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9" r:id="rId4"/>
    <p:sldId id="290" r:id="rId5"/>
    <p:sldId id="288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84044-294B-4325-A976-FFE360396125}" v="1" dt="2026-04-23T07:03:53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">
      <pc:chgData name="Dragan Javorac" userId="913c2858-fb97-4c6e-a42c-b1f1a16b225e" providerId="ADAL" clId="{BC00D9DF-F858-4149-8B7B-F211D448CEDA}" dt="2026-04-23T07:06:35.862" v="695" actId="1076"/>
      <pc:docMkLst>
        <pc:docMk/>
      </pc:docMkLst>
      <pc:sldChg chg="modSp mod">
        <pc:chgData name="Dragan Javorac" userId="913c2858-fb97-4c6e-a42c-b1f1a16b225e" providerId="ADAL" clId="{BC00D9DF-F858-4149-8B7B-F211D448CEDA}" dt="2026-04-23T07:03:40.379" v="643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3T07:03:40.379" v="643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3562003202" sldId="266"/>
        </pc:sldMkLst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3741599105" sldId="267"/>
        </pc:sldMkLst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1783440860" sldId="268"/>
        </pc:sldMkLst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3540641251" sldId="269"/>
        </pc:sldMkLst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1682717672" sldId="270"/>
        </pc:sldMkLst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965935607" sldId="271"/>
        </pc:sldMkLst>
      </pc:sldChg>
      <pc:sldChg chg="addSp delSp modSp add mod">
        <pc:chgData name="Dragan Javorac" userId="913c2858-fb97-4c6e-a42c-b1f1a16b225e" providerId="ADAL" clId="{BC00D9DF-F858-4149-8B7B-F211D448CEDA}" dt="2026-04-20T15:04:46.136" v="551" actId="1076"/>
        <pc:sldMkLst>
          <pc:docMk/>
          <pc:sldMk cId="1569527089" sldId="288"/>
        </pc:sldMkLst>
        <pc:picChg chg="add mod">
          <ac:chgData name="Dragan Javorac" userId="913c2858-fb97-4c6e-a42c-b1f1a16b225e" providerId="ADAL" clId="{BC00D9DF-F858-4149-8B7B-F211D448CEDA}" dt="2026-04-20T15:04:46.136" v="551" actId="1076"/>
          <ac:picMkLst>
            <pc:docMk/>
            <pc:sldMk cId="1569527089" sldId="288"/>
            <ac:picMk id="5" creationId="{83084535-B402-F0FA-B72E-CA604E155F75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03:06.976" v="626" actId="1076"/>
        <pc:sldMkLst>
          <pc:docMk/>
          <pc:sldMk cId="3341946122" sldId="289"/>
        </pc:sldMkLst>
        <pc:spChg chg="mod">
          <ac:chgData name="Dragan Javorac" userId="913c2858-fb97-4c6e-a42c-b1f1a16b225e" providerId="ADAL" clId="{BC00D9DF-F858-4149-8B7B-F211D448CEDA}" dt="2026-04-23T06:55:56.712" v="571" actId="20577"/>
          <ac:spMkLst>
            <pc:docMk/>
            <pc:sldMk cId="3341946122" sldId="289"/>
            <ac:spMk id="2" creationId="{BCDBA1FF-C879-1F99-8A4E-706D1BF8DD35}"/>
          </ac:spMkLst>
        </pc:spChg>
        <pc:spChg chg="mod">
          <ac:chgData name="Dragan Javorac" userId="913c2858-fb97-4c6e-a42c-b1f1a16b225e" providerId="ADAL" clId="{BC00D9DF-F858-4149-8B7B-F211D448CEDA}" dt="2026-04-23T06:56:07.983" v="621" actId="20577"/>
          <ac:spMkLst>
            <pc:docMk/>
            <pc:sldMk cId="3341946122" sldId="289"/>
            <ac:spMk id="3" creationId="{B921DF6A-A8D9-F49C-76C3-CF8FDCCF95F5}"/>
          </ac:spMkLst>
        </pc:spChg>
        <pc:picChg chg="add mod">
          <ac:chgData name="Dragan Javorac" userId="913c2858-fb97-4c6e-a42c-b1f1a16b225e" providerId="ADAL" clId="{BC00D9DF-F858-4149-8B7B-F211D448CEDA}" dt="2026-04-23T07:03:06.976" v="626" actId="1076"/>
          <ac:picMkLst>
            <pc:docMk/>
            <pc:sldMk cId="3341946122" sldId="289"/>
            <ac:picMk id="5" creationId="{7D2F07A6-B430-7C9E-0F23-1C6068E1CC8C}"/>
          </ac:picMkLst>
        </pc:picChg>
        <pc:picChg chg="del">
          <ac:chgData name="Dragan Javorac" userId="913c2858-fb97-4c6e-a42c-b1f1a16b225e" providerId="ADAL" clId="{BC00D9DF-F858-4149-8B7B-F211D448CEDA}" dt="2026-04-23T07:03:03.126" v="622" actId="478"/>
          <ac:picMkLst>
            <pc:docMk/>
            <pc:sldMk cId="3341946122" sldId="289"/>
            <ac:picMk id="13" creationId="{847F228E-3DC6-D0C5-BFC4-F163EEFD3A55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06:35.862" v="695" actId="1076"/>
        <pc:sldMkLst>
          <pc:docMk/>
          <pc:sldMk cId="2356957912" sldId="290"/>
        </pc:sldMkLst>
        <pc:spChg chg="mod">
          <ac:chgData name="Dragan Javorac" userId="913c2858-fb97-4c6e-a42c-b1f1a16b225e" providerId="ADAL" clId="{BC00D9DF-F858-4149-8B7B-F211D448CEDA}" dt="2026-04-23T07:03:57.769" v="658" actId="20577"/>
          <ac:spMkLst>
            <pc:docMk/>
            <pc:sldMk cId="2356957912" sldId="290"/>
            <ac:spMk id="2" creationId="{7D2DD8CF-6CC0-6B07-2A20-11AC79D30243}"/>
          </ac:spMkLst>
        </pc:spChg>
        <pc:spChg chg="mod">
          <ac:chgData name="Dragan Javorac" userId="913c2858-fb97-4c6e-a42c-b1f1a16b225e" providerId="ADAL" clId="{BC00D9DF-F858-4149-8B7B-F211D448CEDA}" dt="2026-04-23T07:06:14.684" v="694" actId="20577"/>
          <ac:spMkLst>
            <pc:docMk/>
            <pc:sldMk cId="2356957912" sldId="290"/>
            <ac:spMk id="3" creationId="{BAE4B848-14EE-A85C-155F-9A443053398D}"/>
          </ac:spMkLst>
        </pc:spChg>
        <pc:picChg chg="del">
          <ac:chgData name="Dragan Javorac" userId="913c2858-fb97-4c6e-a42c-b1f1a16b225e" providerId="ADAL" clId="{BC00D9DF-F858-4149-8B7B-F211D448CEDA}" dt="2026-04-23T07:06:05.971" v="659" actId="478"/>
          <ac:picMkLst>
            <pc:docMk/>
            <pc:sldMk cId="2356957912" sldId="290"/>
            <ac:picMk id="5" creationId="{40F63B5F-0ABE-4BC3-9AE3-94145D0A280D}"/>
          </ac:picMkLst>
        </pc:picChg>
        <pc:picChg chg="add mod">
          <ac:chgData name="Dragan Javorac" userId="913c2858-fb97-4c6e-a42c-b1f1a16b225e" providerId="ADAL" clId="{BC00D9DF-F858-4149-8B7B-F211D448CEDA}" dt="2026-04-23T07:06:35.862" v="695" actId="1076"/>
          <ac:picMkLst>
            <pc:docMk/>
            <pc:sldMk cId="2356957912" sldId="290"/>
            <ac:picMk id="6" creationId="{84DE4711-4E7E-9C2D-C61A-CE53925AC00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/week2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Blade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Layouts</a:t>
            </a:r>
            <a:r>
              <a:rPr lang="nl-NL" dirty="0"/>
              <a:t> met </a:t>
            </a:r>
            <a:r>
              <a:rPr lang="nl-NL" dirty="0" err="1"/>
              <a:t>components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een eigen view aanmaken</a:t>
            </a:r>
          </a:p>
          <a:p>
            <a:r>
              <a:rPr lang="nl-NL" dirty="0"/>
              <a:t>Jullie view kunnen jullie op de algemene </a:t>
            </a:r>
            <a:r>
              <a:rPr lang="nl-NL" dirty="0" err="1"/>
              <a:t>layout</a:t>
            </a:r>
            <a:r>
              <a:rPr lang="nl-NL" dirty="0"/>
              <a:t> aansluiten</a:t>
            </a:r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B375-5428-242F-EC4E-94285411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A1FF-C879-1F99-8A4E-706D1BF8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X-app-</a:t>
            </a:r>
            <a:r>
              <a:rPr lang="nl-NL" dirty="0" err="1"/>
              <a:t>layout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1DF6A-A8D9-F49C-76C3-CF8FDCCF9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785"/>
            <a:ext cx="9971638" cy="1325563"/>
          </a:xfrm>
        </p:spPr>
        <p:txBody>
          <a:bodyPr/>
          <a:lstStyle/>
          <a:p>
            <a:r>
              <a:rPr lang="nl-NL" dirty="0"/>
              <a:t>Nieuwere manier</a:t>
            </a:r>
          </a:p>
          <a:p>
            <a:r>
              <a:rPr lang="nl-NL" dirty="0"/>
              <a:t>Component </a:t>
            </a:r>
            <a:r>
              <a:rPr lang="nl-NL" dirty="0" err="1"/>
              <a:t>based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2F07A6-B430-7C9E-0F23-1C6068E1C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56" y="3178348"/>
            <a:ext cx="8532526" cy="367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46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5D67-D34D-D5B2-1112-9C9A28E8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D8CF-6CC0-6B07-2A20-11AC79D30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Component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4B848-14EE-A85C-155F-9A4430533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785"/>
            <a:ext cx="9971638" cy="1325563"/>
          </a:xfrm>
        </p:spPr>
        <p:txBody>
          <a:bodyPr/>
          <a:lstStyle/>
          <a:p>
            <a:r>
              <a:rPr lang="nl-NL" dirty="0"/>
              <a:t>Waar je wat zet bepaald de naam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DE4711-4E7E-9C2D-C61A-CE53925AC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477" y="3784584"/>
            <a:ext cx="6041507" cy="224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57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</a:p>
          <a:p>
            <a:pPr lvl="1"/>
            <a:r>
              <a:rPr lang="nl-NL" dirty="0"/>
              <a:t>(af voor de les volgende week)</a:t>
            </a:r>
            <a:endParaRPr lang="nl-NL" dirty="0">
              <a:hlinkClick r:id="rId2"/>
            </a:endParaRPr>
          </a:p>
          <a:p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https://github.com/progsen/m8prog_laravel/tree/main/week2</a:t>
            </a:r>
            <a:endParaRPr lang="nl-NL" dirty="0"/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84535-B402-F0FA-B72E-CA604E155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531" y="4101968"/>
            <a:ext cx="6188597" cy="198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67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Blade</vt:lpstr>
      <vt:lpstr>Deze les</vt:lpstr>
      <vt:lpstr>X-app-layout</vt:lpstr>
      <vt:lpstr>Component map</vt:lpstr>
      <vt:lpstr>Week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20</cp:revision>
  <dcterms:created xsi:type="dcterms:W3CDTF">2026-01-26T11:26:42Z</dcterms:created>
  <dcterms:modified xsi:type="dcterms:W3CDTF">2026-04-23T07:06:46Z</dcterms:modified>
</cp:coreProperties>
</file>