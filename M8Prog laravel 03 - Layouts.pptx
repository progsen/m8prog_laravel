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71" r:id="rId5"/>
    <p:sldId id="268" r:id="rId6"/>
    <p:sldId id="270" r:id="rId7"/>
    <p:sldId id="267" r:id="rId8"/>
    <p:sldId id="269" r:id="rId9"/>
    <p:sldId id="288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6328DD-8837-4FAD-9B51-2E92C5F663CA}" v="1" dt="2026-04-20T14:29:49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6-04-20T14:29:51.556" v="542" actId="47"/>
      <pc:docMkLst>
        <pc:docMk/>
      </pc:docMkLst>
      <pc:sldChg chg="modSp del mod">
        <pc:chgData name="Dragan Javorac" userId="913c2858-fb97-4c6e-a42c-b1f1a16b225e" providerId="ADAL" clId="{BC00D9DF-F858-4149-8B7B-F211D448CEDA}" dt="2026-04-20T14:29:51.556" v="542" actId="47"/>
        <pc:sldMkLst>
          <pc:docMk/>
          <pc:sldMk cId="1912488285" sldId="261"/>
        </pc:sldMkLst>
      </pc:sldChg>
      <pc:sldChg chg="add">
        <pc:chgData name="Dragan Javorac" userId="913c2858-fb97-4c6e-a42c-b1f1a16b225e" providerId="ADAL" clId="{BC00D9DF-F858-4149-8B7B-F211D448CEDA}" dt="2026-04-20T14:29:49.711" v="541"/>
        <pc:sldMkLst>
          <pc:docMk/>
          <pc:sldMk cId="1569527089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Layouts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eigen view aanmaken</a:t>
            </a:r>
          </a:p>
          <a:p>
            <a:r>
              <a:rPr lang="nl-NL" dirty="0"/>
              <a:t>Jullie view kunnen jullie op de algemene </a:t>
            </a:r>
            <a:r>
              <a:rPr lang="nl-NL" dirty="0" err="1"/>
              <a:t>layout</a:t>
            </a:r>
            <a:r>
              <a:rPr lang="nl-NL" dirty="0"/>
              <a:t> aansluiten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28EF-09D2-EE73-BDC9-479FC64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4D29-A8C9-383B-C17D-D0359C5C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A53F2-22A1-E9B7-6CF7-3816FAEE8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Template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0284B-56EE-A79F-C0A6-CBAD8309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535" y="1127584"/>
            <a:ext cx="4521365" cy="460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0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5940-275B-5079-D561-06AB8235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29EC-95D3-2247-BD38-AB608C57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C94D-57B0-537F-7FC5-7F4A350C6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 err="1"/>
              <a:t>NAAAM.blade.php</a:t>
            </a:r>
            <a:endParaRPr lang="nl-NL" dirty="0"/>
          </a:p>
          <a:p>
            <a:r>
              <a:rPr lang="nl-NL" dirty="0"/>
              <a:t>Een template</a:t>
            </a:r>
          </a:p>
          <a:p>
            <a:r>
              <a:rPr lang="nl-NL" dirty="0"/>
              <a:t>Je kan </a:t>
            </a:r>
            <a:r>
              <a:rPr lang="nl-NL" dirty="0" err="1"/>
              <a:t>php</a:t>
            </a:r>
            <a:r>
              <a:rPr lang="nl-NL" dirty="0"/>
              <a:t> gebruiken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707EA-A133-6A6F-73DC-491AC624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558" y="3036887"/>
            <a:ext cx="6705600" cy="3552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605109-C25C-ECC9-5982-4E8F736D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608" y="749300"/>
            <a:ext cx="21145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3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FC84-36FA-08FB-BF46-EAEC1A8F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DB3D-9D76-1251-F8FD-BCB505A6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@extends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CC559-8D77-CD37-EC55-BE2854AA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Wijst naar een andere file</a:t>
            </a:r>
          </a:p>
          <a:p>
            <a:r>
              <a:rPr lang="nl-NL" dirty="0"/>
              <a:t>~ Omgekeerd van een </a:t>
            </a:r>
            <a:r>
              <a:rPr lang="nl-NL" dirty="0" err="1"/>
              <a:t>include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DFCBA-8249-21E5-974F-697EF12C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66" y="3302629"/>
            <a:ext cx="6705600" cy="3552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5F761-3D09-8809-5090-59CC5466D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383" y="3259767"/>
            <a:ext cx="3454680" cy="35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4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B99C-CC50-75DC-F3B7-9ACD0AFF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81AF-1CE1-8617-DBA2-A1B940FE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@extends </a:t>
            </a:r>
            <a:r>
              <a:rPr lang="nl-NL" dirty="0" err="1"/>
              <a:t>layout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092F-77B1-8FCD-A927-0E530EFE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07463" cy="4351338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layout</a:t>
            </a:r>
            <a:r>
              <a:rPr lang="nl-NL" dirty="0"/>
              <a:t> file</a:t>
            </a:r>
          </a:p>
          <a:p>
            <a:endParaRPr lang="nl-NL" dirty="0"/>
          </a:p>
          <a:p>
            <a:r>
              <a:rPr lang="nl-NL" dirty="0"/>
              <a:t>Jij maakt GATEN</a:t>
            </a:r>
          </a:p>
          <a:p>
            <a:pPr lvl="1"/>
            <a:r>
              <a:rPr lang="nl-NL" dirty="0"/>
              <a:t>Met @yield</a:t>
            </a:r>
          </a:p>
          <a:p>
            <a:pPr lvl="1"/>
            <a:r>
              <a:rPr lang="nl-NL" dirty="0"/>
              <a:t>Die worden later ingevuld</a:t>
            </a:r>
          </a:p>
          <a:p>
            <a:pPr lvl="1"/>
            <a:endParaRPr lang="nl-NL" dirty="0"/>
          </a:p>
          <a:p>
            <a:r>
              <a:rPr lang="nl-NL" dirty="0"/>
              <a:t>Voorbeeld:</a:t>
            </a:r>
          </a:p>
          <a:p>
            <a:pPr lvl="1"/>
            <a:r>
              <a:rPr lang="nl-NL" dirty="0"/>
              <a:t>Je body, html </a:t>
            </a:r>
            <a:r>
              <a:rPr lang="nl-NL" dirty="0" err="1"/>
              <a:t>head</a:t>
            </a:r>
            <a:r>
              <a:rPr lang="nl-NL" dirty="0"/>
              <a:t> </a:t>
            </a:r>
            <a:r>
              <a:rPr lang="nl-NL" dirty="0" err="1"/>
              <a:t>etc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65238-DAB2-3966-8FDC-358D037C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624013"/>
            <a:ext cx="71913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1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2826-0B3E-182B-8019-7E35A2E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51D0-8C84-FE9B-3790-029D69B8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B671-4206-8EF3-C205-9BC07112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4731327" cy="4351338"/>
          </a:xfrm>
        </p:spPr>
        <p:txBody>
          <a:bodyPr/>
          <a:lstStyle/>
          <a:p>
            <a:r>
              <a:rPr lang="nl-NL" dirty="0"/>
              <a:t>Zoek naar iets met dezelfde naam</a:t>
            </a:r>
          </a:p>
          <a:p>
            <a:r>
              <a:rPr lang="nl-NL" dirty="0"/>
              <a:t>Vult dat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A8604-AA62-393F-8A7F-C00FE0FE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245" y="1224135"/>
            <a:ext cx="5090756" cy="1745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82258-756A-C40B-7E0E-E1014E0D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4" y="3550962"/>
            <a:ext cx="5065126" cy="2653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75DBDC-6C88-03F6-27EC-9B296D915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72" y="4587136"/>
            <a:ext cx="36099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9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6A6D-029B-B1E0-5048-95CB96F9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08B9-E20D-B24C-5D06-52CD1F43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A975-7938-9C25-1B6D-C6A4FB3C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2 verschillende keys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F39978-8DF8-240B-C920-2062C8150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29" y="3679653"/>
            <a:ext cx="787630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4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1D0342-0340-5B9A-A896-301CDBAD8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243" y="1690688"/>
            <a:ext cx="45053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118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Blade</vt:lpstr>
      <vt:lpstr>Deze les</vt:lpstr>
      <vt:lpstr>Blade</vt:lpstr>
      <vt:lpstr>Blade</vt:lpstr>
      <vt:lpstr>@extends</vt:lpstr>
      <vt:lpstr>@extends layout</vt:lpstr>
      <vt:lpstr>@yield</vt:lpstr>
      <vt:lpstr>@yield</vt:lpstr>
      <vt:lpstr>Week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20</cp:revision>
  <dcterms:created xsi:type="dcterms:W3CDTF">2026-01-26T11:26:42Z</dcterms:created>
  <dcterms:modified xsi:type="dcterms:W3CDTF">2026-04-20T14:29:57Z</dcterms:modified>
</cp:coreProperties>
</file>