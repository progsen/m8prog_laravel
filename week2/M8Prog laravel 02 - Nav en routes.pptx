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74" r:id="rId4"/>
    <p:sldId id="275" r:id="rId5"/>
    <p:sldId id="276" r:id="rId6"/>
    <p:sldId id="278" r:id="rId7"/>
    <p:sldId id="277" r:id="rId8"/>
    <p:sldId id="279" r:id="rId9"/>
    <p:sldId id="280" r:id="rId10"/>
    <p:sldId id="281" r:id="rId11"/>
    <p:sldId id="282" r:id="rId12"/>
    <p:sldId id="284" r:id="rId13"/>
    <p:sldId id="285" r:id="rId14"/>
    <p:sldId id="283" r:id="rId15"/>
    <p:sldId id="286" r:id="rId16"/>
    <p:sldId id="288" r:id="rId17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073C68-941D-4DCA-82B9-23A95BA68F2A}" v="6" dt="2026-04-20T14:23:35.8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8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agan Javorac" userId="913c2858-fb97-4c6e-a42c-b1f1a16b225e" providerId="ADAL" clId="{BC00D9DF-F858-4149-8B7B-F211D448CEDA}"/>
    <pc:docChg chg="undo custSel addSld delSld modSld sldOrd">
      <pc:chgData name="Dragan Javorac" userId="913c2858-fb97-4c6e-a42c-b1f1a16b225e" providerId="ADAL" clId="{BC00D9DF-F858-4149-8B7B-F211D448CEDA}" dt="2026-04-20T14:29:35.315" v="2598" actId="1076"/>
      <pc:docMkLst>
        <pc:docMk/>
      </pc:docMkLst>
      <pc:sldChg chg="modSp del mod">
        <pc:chgData name="Dragan Javorac" userId="913c2858-fb97-4c6e-a42c-b1f1a16b225e" providerId="ADAL" clId="{BC00D9DF-F858-4149-8B7B-F211D448CEDA}" dt="2026-04-20T14:20:58.366" v="2373" actId="47"/>
        <pc:sldMkLst>
          <pc:docMk/>
          <pc:sldMk cId="1912488285" sldId="261"/>
        </pc:sldMkLst>
      </pc:sldChg>
      <pc:sldChg chg="addSp modSp mod">
        <pc:chgData name="Dragan Javorac" userId="913c2858-fb97-4c6e-a42c-b1f1a16b225e" providerId="ADAL" clId="{BC00D9DF-F858-4149-8B7B-F211D448CEDA}" dt="2026-04-20T14:24:24.610" v="2592" actId="20577"/>
        <pc:sldMkLst>
          <pc:docMk/>
          <pc:sldMk cId="101427003" sldId="283"/>
        </pc:sldMkLst>
        <pc:spChg chg="mod">
          <ac:chgData name="Dragan Javorac" userId="913c2858-fb97-4c6e-a42c-b1f1a16b225e" providerId="ADAL" clId="{BC00D9DF-F858-4149-8B7B-F211D448CEDA}" dt="2026-04-20T14:24:24.610" v="2592" actId="20577"/>
          <ac:spMkLst>
            <pc:docMk/>
            <pc:sldMk cId="101427003" sldId="283"/>
            <ac:spMk id="3" creationId="{D38CEE23-534B-9DB1-2E74-9F63ED531722}"/>
          </ac:spMkLst>
        </pc:spChg>
        <pc:spChg chg="add mod">
          <ac:chgData name="Dragan Javorac" userId="913c2858-fb97-4c6e-a42c-b1f1a16b225e" providerId="ADAL" clId="{BC00D9DF-F858-4149-8B7B-F211D448CEDA}" dt="2026-04-20T14:23:53.188" v="2466" actId="20577"/>
          <ac:spMkLst>
            <pc:docMk/>
            <pc:sldMk cId="101427003" sldId="283"/>
            <ac:spMk id="4" creationId="{A84AA6B0-EC8D-7A88-1A37-FEB5F320749B}"/>
          </ac:spMkLst>
        </pc:spChg>
      </pc:sldChg>
      <pc:sldChg chg="modSp add del">
        <pc:chgData name="Dragan Javorac" userId="913c2858-fb97-4c6e-a42c-b1f1a16b225e" providerId="ADAL" clId="{BC00D9DF-F858-4149-8B7B-F211D448CEDA}" dt="2026-04-20T14:22:40.484" v="2376" actId="47"/>
        <pc:sldMkLst>
          <pc:docMk/>
          <pc:sldMk cId="1039330640" sldId="287"/>
        </pc:sldMkLst>
        <pc:spChg chg="mod">
          <ac:chgData name="Dragan Javorac" userId="913c2858-fb97-4c6e-a42c-b1f1a16b225e" providerId="ADAL" clId="{BC00D9DF-F858-4149-8B7B-F211D448CEDA}" dt="2026-04-20T14:21:09.319" v="2374"/>
          <ac:spMkLst>
            <pc:docMk/>
            <pc:sldMk cId="1039330640" sldId="287"/>
            <ac:spMk id="3" creationId="{6D2639E8-D6B9-2C26-7E9C-B98B2FFAD52C}"/>
          </ac:spMkLst>
        </pc:spChg>
      </pc:sldChg>
      <pc:sldChg chg="addSp delSp modSp add mod">
        <pc:chgData name="Dragan Javorac" userId="913c2858-fb97-4c6e-a42c-b1f1a16b225e" providerId="ADAL" clId="{BC00D9DF-F858-4149-8B7B-F211D448CEDA}" dt="2026-04-20T14:29:35.315" v="2598" actId="1076"/>
        <pc:sldMkLst>
          <pc:docMk/>
          <pc:sldMk cId="1569527089" sldId="288"/>
        </pc:sldMkLst>
        <pc:spChg chg="mod">
          <ac:chgData name="Dragan Javorac" userId="913c2858-fb97-4c6e-a42c-b1f1a16b225e" providerId="ADAL" clId="{BC00D9DF-F858-4149-8B7B-F211D448CEDA}" dt="2026-04-20T14:22:49.239" v="2378" actId="20577"/>
          <ac:spMkLst>
            <pc:docMk/>
            <pc:sldMk cId="1569527089" sldId="288"/>
            <ac:spMk id="2" creationId="{FAF2A692-78E3-882F-D8B1-33931901F659}"/>
          </ac:spMkLst>
        </pc:spChg>
        <pc:spChg chg="mod">
          <ac:chgData name="Dragan Javorac" userId="913c2858-fb97-4c6e-a42c-b1f1a16b225e" providerId="ADAL" clId="{BC00D9DF-F858-4149-8B7B-F211D448CEDA}" dt="2026-04-20T14:22:50.374" v="2379" actId="20577"/>
          <ac:spMkLst>
            <pc:docMk/>
            <pc:sldMk cId="1569527089" sldId="288"/>
            <ac:spMk id="3" creationId="{6D2639E8-D6B9-2C26-7E9C-B98B2FFAD52C}"/>
          </ac:spMkLst>
        </pc:spChg>
        <pc:picChg chg="add del">
          <ac:chgData name="Dragan Javorac" userId="913c2858-fb97-4c6e-a42c-b1f1a16b225e" providerId="ADAL" clId="{BC00D9DF-F858-4149-8B7B-F211D448CEDA}" dt="2026-04-20T14:29:34.655" v="2597" actId="478"/>
          <ac:picMkLst>
            <pc:docMk/>
            <pc:sldMk cId="1569527089" sldId="288"/>
            <ac:picMk id="5" creationId="{51DBE2E0-B9CF-D01D-E62D-534D13832374}"/>
          </ac:picMkLst>
        </pc:picChg>
        <pc:picChg chg="del">
          <ac:chgData name="Dragan Javorac" userId="913c2858-fb97-4c6e-a42c-b1f1a16b225e" providerId="ADAL" clId="{BC00D9DF-F858-4149-8B7B-F211D448CEDA}" dt="2026-04-20T14:29:21.256" v="2593" actId="478"/>
          <ac:picMkLst>
            <pc:docMk/>
            <pc:sldMk cId="1569527089" sldId="288"/>
            <ac:picMk id="7" creationId="{4D8ECB68-BDA5-DC99-0458-1255A5FC22FA}"/>
          </ac:picMkLst>
        </pc:picChg>
        <pc:picChg chg="add mod">
          <ac:chgData name="Dragan Javorac" userId="913c2858-fb97-4c6e-a42c-b1f1a16b225e" providerId="ADAL" clId="{BC00D9DF-F858-4149-8B7B-F211D448CEDA}" dt="2026-04-20T14:29:35.315" v="2598" actId="1076"/>
          <ac:picMkLst>
            <pc:docMk/>
            <pc:sldMk cId="1569527089" sldId="288"/>
            <ac:picMk id="8" creationId="{2F1D0342-0340-5B9A-A896-301CDBAD838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D8319-B0C4-68AC-F7FB-643FD3259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27E276-0E73-75E5-9B5A-7ADC936B6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1F41C-167E-0027-B0A6-4C0A3B6EC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20-4-2026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BAA01-6741-0360-F2F4-B53927BBD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356F2-E03D-0BA5-D4A9-536DE8906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63952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20204-1784-387E-BF9F-695F74C7C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26295-2F37-A4B5-3175-FC96ACC91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1B2CC-B9C5-081C-2A95-4F2A72498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20-4-2026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D52CB-F027-3AEF-5F3E-A7C3BF34E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A8CFA-13B4-9F98-25D2-F17D657D0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19657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6192E-31E7-6424-69C1-A413739B1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3B43C-80EE-648B-7DBC-CD4AB2E29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2D72C-BE37-8755-2E55-C42777EC8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20-4-2026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85F52-0334-DC8E-6002-BBEC3952D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ECE6B-DF78-8160-BC51-FD343131C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27216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4148F-3840-866D-270A-66AFB87B3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39B78-206E-0227-523A-2D064A0BDD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281934-9F46-5E43-77CE-D69848875A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1DE3D5-A960-204C-57A2-D7B16095A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20-4-2026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658872-104C-5663-3CF2-CB1FB7792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656C11-0448-3492-DB1F-282027C58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6306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F94CA-92C8-DB33-6F49-1372970DE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7B400-781F-4021-D786-FB4A25DE8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65F8FB-3FE6-C7C1-6417-CF8E5219D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AE1B16-FA36-8538-979A-19A9FEE785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C26F96-D6EA-122D-8B0C-D12428F655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EA17CF-E598-C148-6C77-72F361DC1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20-4-2026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E3788B-6C3F-C187-499A-DCE92969B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1EBD4A-A937-B54E-1F88-04E47A24D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26805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56CC5-02BD-6435-B6E2-0BF8CB949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313DDE-8947-FEEC-5F79-588CBDC9A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20-4-2026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DC63F6-0FCC-D92B-F94B-12B5A8C8F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2D613-8B93-C1D7-B3AE-F771FA611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66353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AE490-DCE1-1BCD-B51F-7956E33AA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20-4-2026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6A1146-32C3-FBC2-EFF5-9F50BF89B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59564-076E-1D1B-FF98-1045514E5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25836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21678-D44A-5046-5FCC-887FAFD6B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ADA7A-E154-A9AE-A605-43AA295A5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D7FBAC-7845-F2A0-F288-A9827DBED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530C6F-114E-9F38-8690-258743C14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20-4-2026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6EDCBB-423D-BD44-3C1C-83696A578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0D70BC-E4B8-50EC-6FA1-071C3535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98426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E08F9-28B8-6638-DA8C-10D29577E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232315-F438-1ECF-4AE1-240FE96263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D6BF94-CA6C-5602-485A-F83383E26C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3788E-BF4B-7FBE-DD32-1D2D474E8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20-4-2026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F0969B-807C-55C8-E026-54082DCE0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939243-D71F-1BD8-9C66-5F76D610D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9150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D8280-271B-600C-46C8-A643B944C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F6E182-817A-EB2C-D245-A955D3262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A6554-967F-8411-A2AE-082C0AD13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20-4-2026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08AFC-C5C6-F9CA-7F48-4689E6A0E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3E352-FDEE-5F9C-53E4-9F5A5DB0C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854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7A3BC3-8D89-84D2-B655-7D5CFAAF8F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FBC103-99F0-0E68-E287-9702F9AA20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10B68-EBE0-ED92-5630-2DCA33612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20-4-2026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17EBE-D39D-0CE1-0585-85186E74D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FF872-0B41-B243-A277-474C4E2EA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77160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8B3E2D-FEE8-6BAC-E7E7-2920CED7C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0BAC4-E475-DBC1-95B7-79E8C1B25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6F086-8DEA-8E9D-3299-D21663FFB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36792F-A28E-4983-A7F5-F40ED51D6004}" type="datetimeFigureOut">
              <a:rPr lang="nl-NL" smtClean="0"/>
              <a:t>20-4-2026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2B3E5-DD03-7942-8934-3FBD965876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EF6F8-364E-DDD3-7201-6E86C869D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5269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ogsen/m8prog_laravel/tree/main/week2" TargetMode="External"/><Relationship Id="rId2" Type="http://schemas.openxmlformats.org/officeDocument/2006/relationships/hyperlink" Target="https://github.com/progsen/m8prog_laravel/blob/main/WEEK%201%20-%2000%20-%20opdrachten%20planning.md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44B35-1FE4-9587-2810-66AD4B1C8B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err="1"/>
              <a:t>Nav</a:t>
            </a:r>
            <a:r>
              <a:rPr lang="nl-NL" dirty="0"/>
              <a:t> en routes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05F77B-6020-B0DD-1FB2-BB27CC2A99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 err="1"/>
              <a:t>Url</a:t>
            </a:r>
            <a:r>
              <a:rPr lang="nl-NL" dirty="0"/>
              <a:t> naar pagina</a:t>
            </a:r>
          </a:p>
        </p:txBody>
      </p:sp>
    </p:spTree>
    <p:extLst>
      <p:ext uri="{BB962C8B-B14F-4D97-AF65-F5344CB8AC3E}">
        <p14:creationId xmlns:p14="http://schemas.microsoft.com/office/powerpoint/2010/main" val="1675132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86EF3-069F-B02A-49D5-3E4E8EF02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E942F-69E7-AC59-F94F-AD0688904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Deze 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29818-6211-064B-9795-C8B695EA6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Kunnen jullie een route toevoegen naar een simpele pagina</a:t>
            </a:r>
          </a:p>
          <a:p>
            <a:pPr marL="0" indent="0">
              <a:buNone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21871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D8D1D-7730-07CC-9B9D-DF1FE2C1D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7E78D-E90F-775A-AD9E-D9CE08724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Routes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F2CD0-73D4-DBA7-729D-E9D1A21CF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06722" cy="2311809"/>
          </a:xfrm>
        </p:spPr>
        <p:txBody>
          <a:bodyPr>
            <a:normAutofit/>
          </a:bodyPr>
          <a:lstStyle/>
          <a:p>
            <a:r>
              <a:rPr lang="nl-NL" dirty="0" err="1"/>
              <a:t>Php</a:t>
            </a:r>
            <a:r>
              <a:rPr lang="nl-NL" dirty="0"/>
              <a:t> </a:t>
            </a:r>
            <a:r>
              <a:rPr lang="nl-NL" dirty="0" err="1"/>
              <a:t>artisan</a:t>
            </a:r>
            <a:r>
              <a:rPr lang="nl-NL" dirty="0"/>
              <a:t> </a:t>
            </a:r>
            <a:r>
              <a:rPr lang="nl-NL" dirty="0" err="1"/>
              <a:t>route:list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64AD2E-D002-0D32-526A-0612F2D05F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5253"/>
          <a:stretch>
            <a:fillRect/>
          </a:stretch>
        </p:blipFill>
        <p:spPr>
          <a:xfrm>
            <a:off x="1749449" y="4137434"/>
            <a:ext cx="9445161" cy="2886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EDB1BE-6243-CECB-4282-C8C0D311E4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7306"/>
          <a:stretch>
            <a:fillRect/>
          </a:stretch>
        </p:blipFill>
        <p:spPr>
          <a:xfrm>
            <a:off x="1749449" y="4690560"/>
            <a:ext cx="9445161" cy="198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807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8E096-2B92-8413-E59D-F568E4134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29D5B-59FA-51C5-1B8F-7322992C8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Routes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0BF5A-C3CC-456D-1465-9BC0A2927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06722" cy="2311809"/>
          </a:xfrm>
        </p:spPr>
        <p:txBody>
          <a:bodyPr>
            <a:normAutofit/>
          </a:bodyPr>
          <a:lstStyle/>
          <a:p>
            <a:r>
              <a:rPr lang="nl-NL" dirty="0"/>
              <a:t>Is een </a:t>
            </a:r>
            <a:r>
              <a:rPr lang="nl-NL" dirty="0" err="1"/>
              <a:t>mapping</a:t>
            </a:r>
            <a:endParaRPr lang="nl-NL" dirty="0"/>
          </a:p>
          <a:p>
            <a:pPr lvl="1"/>
            <a:r>
              <a:rPr lang="nl-NL" dirty="0"/>
              <a:t>van URL naar pagina</a:t>
            </a:r>
          </a:p>
          <a:p>
            <a:pPr lvl="2"/>
            <a:r>
              <a:rPr lang="nl-NL" dirty="0"/>
              <a:t>Direct view</a:t>
            </a:r>
          </a:p>
          <a:p>
            <a:pPr lvl="2"/>
            <a:r>
              <a:rPr lang="nl-NL" dirty="0"/>
              <a:t>Controller</a:t>
            </a:r>
          </a:p>
        </p:txBody>
      </p:sp>
    </p:spTree>
    <p:extLst>
      <p:ext uri="{BB962C8B-B14F-4D97-AF65-F5344CB8AC3E}">
        <p14:creationId xmlns:p14="http://schemas.microsoft.com/office/powerpoint/2010/main" val="3841329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A3A0E-7103-3FF3-2A5E-30C73D552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A0BD2-7625-8164-EDB9-D6C1B15E3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Routes waar?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6CE28-1AF5-6E43-1427-4E6363273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06722" cy="2311809"/>
          </a:xfrm>
        </p:spPr>
        <p:txBody>
          <a:bodyPr>
            <a:normAutofit/>
          </a:bodyPr>
          <a:lstStyle/>
          <a:p>
            <a:r>
              <a:rPr lang="nl-NL" dirty="0"/>
              <a:t>Is een </a:t>
            </a:r>
            <a:r>
              <a:rPr lang="nl-NL" dirty="0" err="1"/>
              <a:t>mapping</a:t>
            </a:r>
            <a:endParaRPr lang="nl-NL" dirty="0"/>
          </a:p>
          <a:p>
            <a:pPr lvl="1"/>
            <a:r>
              <a:rPr lang="nl-NL" dirty="0"/>
              <a:t>van URL naar pagina</a:t>
            </a:r>
          </a:p>
          <a:p>
            <a:pPr lvl="2"/>
            <a:r>
              <a:rPr lang="nl-NL" dirty="0"/>
              <a:t>Direct view</a:t>
            </a:r>
          </a:p>
          <a:p>
            <a:pPr lvl="2"/>
            <a:r>
              <a:rPr lang="nl-NL" dirty="0"/>
              <a:t>Controller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7E5C60-8F66-631C-CCF4-22305A63E2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686"/>
          <a:stretch>
            <a:fillRect/>
          </a:stretch>
        </p:blipFill>
        <p:spPr>
          <a:xfrm>
            <a:off x="8663317" y="1551395"/>
            <a:ext cx="3528683" cy="2450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914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F5477-8E2E-984F-B9E5-7B04FFC81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7D5C4-CC4C-B799-0FEC-3BFE3E446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Routes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330C5-787E-EFB0-D9B7-F58B0E467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06722" cy="2311809"/>
          </a:xfrm>
        </p:spPr>
        <p:txBody>
          <a:bodyPr>
            <a:normAutofit/>
          </a:bodyPr>
          <a:lstStyle/>
          <a:p>
            <a:r>
              <a:rPr lang="nl-NL" dirty="0"/>
              <a:t>Return view</a:t>
            </a:r>
          </a:p>
          <a:p>
            <a:r>
              <a:rPr lang="nl-NL" dirty="0"/>
              <a:t>Return html</a:t>
            </a:r>
          </a:p>
          <a:p>
            <a:r>
              <a:rPr lang="nl-NL" dirty="0"/>
              <a:t>Met parameters</a:t>
            </a:r>
          </a:p>
          <a:p>
            <a:r>
              <a:rPr lang="nl-NL" dirty="0"/>
              <a:t>Naar een controller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C592DD-EAA8-76B1-27A1-40632038AF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686"/>
          <a:stretch>
            <a:fillRect/>
          </a:stretch>
        </p:blipFill>
        <p:spPr>
          <a:xfrm>
            <a:off x="8663317" y="1551395"/>
            <a:ext cx="3528683" cy="2450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568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C89AA-6C95-0778-3448-2EF8EBE7C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3C48D-FA4E-119C-AEF3-2D9FD2CF4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Routes (html)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6A044-5862-2C9B-ED80-F28BC593E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06722" cy="2311809"/>
          </a:xfrm>
        </p:spPr>
        <p:txBody>
          <a:bodyPr>
            <a:normAutofit/>
          </a:bodyPr>
          <a:lstStyle/>
          <a:p>
            <a:r>
              <a:rPr lang="nl-NL" dirty="0"/>
              <a:t>Direct een string </a:t>
            </a:r>
          </a:p>
          <a:p>
            <a:endParaRPr lang="nl-NL" dirty="0"/>
          </a:p>
          <a:p>
            <a:r>
              <a:rPr lang="nl-NL" dirty="0"/>
              <a:t>Vergeet je </a:t>
            </a:r>
            <a:r>
              <a:rPr lang="nl-NL" dirty="0" err="1"/>
              <a:t>use</a:t>
            </a:r>
            <a:r>
              <a:rPr lang="nl-NL" dirty="0"/>
              <a:t> niet!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13BE7E-C2E7-1E1B-CD6E-9ACC06EFF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4922" y="5035834"/>
            <a:ext cx="6215423" cy="11227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2C6B59-A1DC-EE55-EA87-FA1E1B8CB7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6083" y="1263525"/>
            <a:ext cx="5795917" cy="2873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626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E98F8-E2E2-DEFF-7129-365791D44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70564-7A37-77E0-861A-7B3917B9E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Routes  (html)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5442C-28C8-0991-C8A6-7C4066D65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06722" cy="2311809"/>
          </a:xfrm>
        </p:spPr>
        <p:txBody>
          <a:bodyPr>
            <a:normAutofit fontScale="92500" lnSpcReduction="10000"/>
          </a:bodyPr>
          <a:lstStyle/>
          <a:p>
            <a:r>
              <a:rPr lang="nl-NL" dirty="0"/>
              <a:t>Leuk?</a:t>
            </a:r>
          </a:p>
          <a:p>
            <a:endParaRPr lang="nl-NL" dirty="0"/>
          </a:p>
          <a:p>
            <a:r>
              <a:rPr lang="nl-NL" dirty="0"/>
              <a:t>Gebruik je niet vaak</a:t>
            </a:r>
          </a:p>
          <a:p>
            <a:endParaRPr lang="nl-NL" dirty="0"/>
          </a:p>
          <a:p>
            <a:r>
              <a:rPr lang="nl-NL" dirty="0"/>
              <a:t>Goed voor testen of je site werkt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46ECA0-2296-32AC-84E5-51427EA631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569"/>
          <a:stretch>
            <a:fillRect/>
          </a:stretch>
        </p:blipFill>
        <p:spPr>
          <a:xfrm>
            <a:off x="6641776" y="1863411"/>
            <a:ext cx="5550224" cy="3131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770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AB06C-70B3-892F-F471-11DCAFDF1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2FC71-2EE1-7426-FE87-250F1F347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Routes  (view)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C4CA0-5563-B69E-B8A6-F659730B2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06722" cy="2311809"/>
          </a:xfrm>
        </p:spPr>
        <p:txBody>
          <a:bodyPr>
            <a:normAutofit/>
          </a:bodyPr>
          <a:lstStyle/>
          <a:p>
            <a:r>
              <a:rPr lang="nl-NL" dirty="0"/>
              <a:t>View(“.. Welke..”)</a:t>
            </a:r>
          </a:p>
          <a:p>
            <a:endParaRPr lang="nl-NL" dirty="0"/>
          </a:p>
          <a:p>
            <a:r>
              <a:rPr lang="nl-NL" dirty="0" err="1"/>
              <a:t>music.blade.php</a:t>
            </a:r>
            <a:endParaRPr lang="nl-NL" dirty="0"/>
          </a:p>
          <a:p>
            <a:pPr lvl="1"/>
            <a:r>
              <a:rPr lang="nl-NL" dirty="0"/>
              <a:t>Dan view(‘</a:t>
            </a:r>
            <a:r>
              <a:rPr lang="nl-NL" dirty="0" err="1"/>
              <a:t>music</a:t>
            </a:r>
            <a:r>
              <a:rPr lang="nl-NL" dirty="0"/>
              <a:t>’)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94A09A-0BF7-636C-E81D-DBBB98FB3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4138" y="1027906"/>
            <a:ext cx="3859276" cy="11167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9C797B-5E47-E6AC-B1D1-6DAAB4F21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3350" y="2305119"/>
            <a:ext cx="3490064" cy="4552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884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EE712-C1AB-6C6F-F823-10A7C16F3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EC0D3-843E-A272-4850-5AAD16AFA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Routes  (parameters)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58A94-A7B4-A03A-9FC0-1A0F532C0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06722" cy="2311809"/>
          </a:xfrm>
        </p:spPr>
        <p:txBody>
          <a:bodyPr>
            <a:normAutofit/>
          </a:bodyPr>
          <a:lstStyle/>
          <a:p>
            <a:r>
              <a:rPr lang="nl-NL" dirty="0"/>
              <a:t>Query strings?</a:t>
            </a:r>
          </a:p>
          <a:p>
            <a:pPr lvl="1"/>
            <a:r>
              <a:rPr lang="nl-NL" dirty="0"/>
              <a:t>Beetje als dat</a:t>
            </a:r>
          </a:p>
          <a:p>
            <a:pPr lvl="1"/>
            <a:endParaRPr lang="nl-NL" dirty="0"/>
          </a:p>
          <a:p>
            <a:r>
              <a:rPr lang="nl-NL" dirty="0"/>
              <a:t>SLUG/SEO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246A27-BC9F-CC3C-C060-5E387570B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8249" y="2347236"/>
            <a:ext cx="7593751" cy="19070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FFDEB50-0ACC-E7E3-E05E-7A01CA7F4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8248" y="4665834"/>
            <a:ext cx="7603417" cy="143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276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13529-7EA8-83B0-5639-302FF17B1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8C86C-4AD8-6B3D-6060-BAF2CA280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Routes  (controller)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1FDF8-B843-3C34-28D5-010874EB1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06722" cy="2311809"/>
          </a:xfrm>
        </p:spPr>
        <p:txBody>
          <a:bodyPr>
            <a:normAutofit fontScale="85000" lnSpcReduction="20000"/>
          </a:bodyPr>
          <a:lstStyle/>
          <a:p>
            <a:r>
              <a:rPr lang="nl-NL" dirty="0"/>
              <a:t>Roep function X aan</a:t>
            </a:r>
          </a:p>
          <a:p>
            <a:r>
              <a:rPr lang="nl-NL" dirty="0"/>
              <a:t>Op controller Y</a:t>
            </a:r>
          </a:p>
          <a:p>
            <a:r>
              <a:rPr lang="nl-NL" dirty="0"/>
              <a:t>Als URL = Z</a:t>
            </a:r>
          </a:p>
          <a:p>
            <a:endParaRPr lang="nl-NL" dirty="0"/>
          </a:p>
          <a:p>
            <a:r>
              <a:rPr lang="nl-NL" dirty="0"/>
              <a:t>Staan </a:t>
            </a:r>
            <a:r>
              <a:rPr lang="nl-NL" dirty="0" err="1"/>
              <a:t>onde</a:t>
            </a:r>
            <a:r>
              <a:rPr lang="nl-NL" dirty="0"/>
              <a:t>:</a:t>
            </a:r>
          </a:p>
          <a:p>
            <a:pPr lvl="1"/>
            <a:r>
              <a:rPr lang="nl-NL" dirty="0"/>
              <a:t> app/Http/Controllers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AE2CBE4-C32A-61E1-1661-5BF0DCF7E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326" y="2302692"/>
            <a:ext cx="4699674" cy="3409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322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0BEF0-5033-9DB6-A1D5-0AF4A58FB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120D3-BA79-02E5-2C8A-2F8D29597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HelloworldController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2A654-2229-3BB7-92DC-BD267E642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06722" cy="2311809"/>
          </a:xfrm>
        </p:spPr>
        <p:txBody>
          <a:bodyPr>
            <a:normAutofit/>
          </a:bodyPr>
          <a:lstStyle/>
          <a:p>
            <a:r>
              <a:rPr lang="nl-NL" dirty="0"/>
              <a:t>Voorbeeld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9595AB-6142-30E7-A318-1989F55570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18" b="6132"/>
          <a:stretch>
            <a:fillRect/>
          </a:stretch>
        </p:blipFill>
        <p:spPr>
          <a:xfrm>
            <a:off x="5267326" y="3157300"/>
            <a:ext cx="4429125" cy="28176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125D7D-0D46-8D1C-7819-10B0DEB77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7326" y="1825625"/>
            <a:ext cx="5276850" cy="90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291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ECFB4-111F-E4F5-4268-8FC73FC56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8443F-DD95-81EC-CAEA-175D3D12C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HelloworldController</a:t>
            </a:r>
            <a:r>
              <a:rPr lang="nl-NL" dirty="0"/>
              <a:t> resultaat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2D2C9-FD97-7BBD-BF02-E17D2088D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06722" cy="2311809"/>
          </a:xfrm>
        </p:spPr>
        <p:txBody>
          <a:bodyPr>
            <a:normAutofit/>
          </a:bodyPr>
          <a:lstStyle/>
          <a:p>
            <a:r>
              <a:rPr lang="nl-NL" dirty="0"/>
              <a:t>/</a:t>
            </a:r>
            <a:r>
              <a:rPr lang="nl-NL" dirty="0" err="1"/>
              <a:t>world</a:t>
            </a:r>
            <a:endParaRPr lang="nl-NL" dirty="0"/>
          </a:p>
          <a:p>
            <a:r>
              <a:rPr lang="nl-NL" dirty="0"/>
              <a:t>/</a:t>
            </a:r>
            <a:r>
              <a:rPr lang="nl-NL" dirty="0" err="1"/>
              <a:t>worldView</a:t>
            </a:r>
            <a:endParaRPr lang="nl-NL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D905910-F558-58D9-1649-D0D4DBB39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1953230"/>
            <a:ext cx="4572000" cy="838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2AA2310-7A7E-2A91-B1CF-8588DE5A43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2981529"/>
            <a:ext cx="5629275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947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595D1-D0C3-B0E1-A267-F302C2A63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F1CB2-A7E6-CD9B-6A20-2FCE86BFF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Album 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CEE23-534B-9DB1-2E74-9F63ED531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06722" cy="2311809"/>
          </a:xfrm>
        </p:spPr>
        <p:txBody>
          <a:bodyPr>
            <a:normAutofit/>
          </a:bodyPr>
          <a:lstStyle/>
          <a:p>
            <a:r>
              <a:rPr lang="nl-NL" dirty="0"/>
              <a:t>met parameters</a:t>
            </a:r>
          </a:p>
          <a:p>
            <a:pPr lvl="1"/>
            <a:r>
              <a:rPr lang="nl-NL" dirty="0"/>
              <a:t>Controller function -&gt; $name</a:t>
            </a:r>
          </a:p>
          <a:p>
            <a:pPr lvl="1"/>
            <a:r>
              <a:rPr lang="nl-NL" dirty="0"/>
              <a:t>Naar de view als </a:t>
            </a:r>
            <a:r>
              <a:rPr lang="nl-NL" dirty="0" err="1"/>
              <a:t>albumName</a:t>
            </a:r>
            <a:endParaRPr lang="nl-NL" dirty="0"/>
          </a:p>
          <a:p>
            <a:pPr lvl="2"/>
            <a:r>
              <a:rPr lang="nl-NL" dirty="0"/>
              <a:t>Met ‘</a:t>
            </a:r>
            <a:r>
              <a:rPr lang="nl-NL" dirty="0" err="1"/>
              <a:t>albumName</a:t>
            </a:r>
            <a:r>
              <a:rPr lang="nl-NL" dirty="0"/>
              <a:t>’ =&gt; $name</a:t>
            </a:r>
          </a:p>
          <a:p>
            <a:pPr lvl="1"/>
            <a:r>
              <a:rPr lang="nl-NL" dirty="0"/>
              <a:t>In </a:t>
            </a:r>
            <a:r>
              <a:rPr lang="nl-NL" dirty="0" err="1"/>
              <a:t>blade</a:t>
            </a:r>
            <a:r>
              <a:rPr lang="nl-NL" dirty="0"/>
              <a:t> als $</a:t>
            </a:r>
            <a:r>
              <a:rPr lang="nl-NL" dirty="0" err="1"/>
              <a:t>albumname</a:t>
            </a:r>
            <a:endParaRPr lang="nl-N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CEEFBC-5AC7-08A1-888F-F9AE53DDA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225" y="1615077"/>
            <a:ext cx="5819775" cy="8191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EA0DB9-6860-CA0D-F357-48919F3B3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360" y="4087639"/>
            <a:ext cx="4890402" cy="277036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1C8C4DF-6D2C-6EC3-EC9E-DAE2F9DDDF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958" t="-229" b="9458"/>
          <a:stretch>
            <a:fillRect/>
          </a:stretch>
        </p:blipFill>
        <p:spPr>
          <a:xfrm>
            <a:off x="7396682" y="3177767"/>
            <a:ext cx="4500808" cy="374813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84AA6B0-EC8D-7A88-1A37-FEB5F320749B}"/>
              </a:ext>
            </a:extLst>
          </p:cNvPr>
          <p:cNvSpPr/>
          <p:nvPr/>
        </p:nvSpPr>
        <p:spPr>
          <a:xfrm>
            <a:off x="8709433" y="154578"/>
            <a:ext cx="2996697" cy="1325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let even niet op:</a:t>
            </a:r>
          </a:p>
          <a:p>
            <a:pPr algn="ctr"/>
            <a:r>
              <a:rPr lang="nl-NL" dirty="0"/>
              <a:t>@section</a:t>
            </a:r>
          </a:p>
          <a:p>
            <a:pPr algn="ctr"/>
            <a:r>
              <a:rPr lang="nl-NL" dirty="0"/>
              <a:t>@extends </a:t>
            </a:r>
            <a:r>
              <a:rPr lang="nl-NL" dirty="0" err="1"/>
              <a:t>etc</a:t>
            </a:r>
            <a:endParaRPr lang="nl-NL" dirty="0"/>
          </a:p>
          <a:p>
            <a:pPr algn="ctr"/>
            <a:r>
              <a:rPr lang="nl-NL" dirty="0"/>
              <a:t>Dat is </a:t>
            </a:r>
            <a:r>
              <a:rPr lang="nl-NL" dirty="0" err="1"/>
              <a:t>layout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14270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05031-A3B3-462B-B28B-74418C5C2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634A8-59BB-5CFC-B92F-94DF87B66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Album controller resultaat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A290E-BAE4-192A-81AE-53D908D251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06722" cy="2311809"/>
          </a:xfrm>
        </p:spPr>
        <p:txBody>
          <a:bodyPr>
            <a:normAutofit/>
          </a:bodyPr>
          <a:lstStyle/>
          <a:p>
            <a:r>
              <a:rPr lang="nl-NL" dirty="0"/>
              <a:t>/album/</a:t>
            </a:r>
            <a:r>
              <a:rPr lang="nl-NL" dirty="0" err="1"/>
              <a:t>mario</a:t>
            </a:r>
            <a:endParaRPr lang="nl-NL" dirty="0"/>
          </a:p>
          <a:p>
            <a:r>
              <a:rPr lang="nl-NL" dirty="0"/>
              <a:t>/album/</a:t>
            </a:r>
            <a:r>
              <a:rPr lang="nl-NL" dirty="0" err="1"/>
              <a:t>saint</a:t>
            </a:r>
            <a:r>
              <a:rPr lang="nl-NL" dirty="0"/>
              <a:t> </a:t>
            </a:r>
            <a:r>
              <a:rPr lang="nl-NL" dirty="0" err="1"/>
              <a:t>anger</a:t>
            </a:r>
            <a:endParaRPr lang="nl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4E4B9A-5CD5-892F-70D0-22AD3B58A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710" y="3166449"/>
            <a:ext cx="7546723" cy="2642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1172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6F234-F0BE-1B32-045B-1392113FB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2A692-78E3-882F-D8B1-33931901F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Week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639E8-D6B9-2C26-7E9C-B98B2FFAD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757472" cy="4380303"/>
          </a:xfrm>
        </p:spPr>
        <p:txBody>
          <a:bodyPr/>
          <a:lstStyle/>
          <a:p>
            <a:r>
              <a:rPr lang="nl-NL" dirty="0"/>
              <a:t>In de les en huiswerk</a:t>
            </a:r>
          </a:p>
          <a:p>
            <a:pPr lvl="1"/>
            <a:r>
              <a:rPr lang="nl-NL" dirty="0"/>
              <a:t>(af voor de les volgende week)</a:t>
            </a:r>
            <a:endParaRPr lang="nl-NL" dirty="0">
              <a:hlinkClick r:id="rId2"/>
            </a:endParaRPr>
          </a:p>
          <a:p>
            <a:endParaRPr lang="nl-NL" dirty="0">
              <a:hlinkClick r:id="rId2"/>
            </a:endParaRPr>
          </a:p>
          <a:p>
            <a:r>
              <a:rPr lang="nl-NL" dirty="0">
                <a:hlinkClick r:id="rId3"/>
              </a:rPr>
              <a:t>https://github.com/progsen/m8prog_laravel/tree/main/week2</a:t>
            </a:r>
            <a:endParaRPr lang="nl-NL" dirty="0"/>
          </a:p>
          <a:p>
            <a:endParaRPr lang="nl-N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1D0342-0340-5B9A-A896-301CDBAD83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6243" y="1690688"/>
            <a:ext cx="4505325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527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233</Words>
  <Application>Microsoft Office PowerPoint</Application>
  <PresentationFormat>Widescreen</PresentationFormat>
  <Paragraphs>71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Nav en routes</vt:lpstr>
      <vt:lpstr>Deze les</vt:lpstr>
      <vt:lpstr>Routes</vt:lpstr>
      <vt:lpstr>Routes</vt:lpstr>
      <vt:lpstr>Routes waar?</vt:lpstr>
      <vt:lpstr>Routes types</vt:lpstr>
      <vt:lpstr>Routes (html)</vt:lpstr>
      <vt:lpstr>Routes  (html)</vt:lpstr>
      <vt:lpstr>Routes  (view)</vt:lpstr>
      <vt:lpstr>Routes  (parameters)</vt:lpstr>
      <vt:lpstr>Routes  (controller)</vt:lpstr>
      <vt:lpstr>HelloworldController</vt:lpstr>
      <vt:lpstr>HelloworldController resultaat</vt:lpstr>
      <vt:lpstr>Album controller</vt:lpstr>
      <vt:lpstr>Album controller resultaat</vt:lpstr>
      <vt:lpstr>Week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Dragan Javorac</dc:creator>
  <cp:lastModifiedBy>Dragan Javorac</cp:lastModifiedBy>
  <cp:revision>20</cp:revision>
  <dcterms:created xsi:type="dcterms:W3CDTF">2026-01-26T11:26:42Z</dcterms:created>
  <dcterms:modified xsi:type="dcterms:W3CDTF">2026-04-20T14:29:35Z</dcterms:modified>
</cp:coreProperties>
</file>