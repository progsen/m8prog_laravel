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87" r:id="rId4"/>
    <p:sldId id="292" r:id="rId5"/>
    <p:sldId id="288" r:id="rId6"/>
    <p:sldId id="289" r:id="rId7"/>
    <p:sldId id="290" r:id="rId8"/>
    <p:sldId id="291" r:id="rId9"/>
    <p:sldId id="294" r:id="rId10"/>
    <p:sldId id="295" r:id="rId11"/>
    <p:sldId id="293" r:id="rId1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8F20D3-CD2A-4DDC-A262-9275697B7334}" v="1" dt="2026-04-23T15:59:08.215"/>
    <p1510:client id="{6C97C029-FD2B-43BA-9EA6-CDA4D2C767AE}" v="2" dt="2026-04-24T06:45:02.3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 sldOrd">
      <pc:chgData name="Dragan Javorac" userId="913c2858-fb97-4c6e-a42c-b1f1a16b225e" providerId="ADAL" clId="{BC00D9DF-F858-4149-8B7B-F211D448CEDA}" dt="2026-04-24T06:46:58.491" v="2150" actId="14100"/>
      <pc:docMkLst>
        <pc:docMk/>
      </pc:docMkLst>
      <pc:sldChg chg="modSp mod">
        <pc:chgData name="Dragan Javorac" userId="913c2858-fb97-4c6e-a42c-b1f1a16b225e" providerId="ADAL" clId="{BC00D9DF-F858-4149-8B7B-F211D448CEDA}" dt="2026-04-21T09:55:36.020" v="1560" actId="20577"/>
        <pc:sldMkLst>
          <pc:docMk/>
          <pc:sldMk cId="1675132989" sldId="256"/>
        </pc:sldMkLst>
        <pc:spChg chg="mod">
          <ac:chgData name="Dragan Javorac" userId="913c2858-fb97-4c6e-a42c-b1f1a16b225e" providerId="ADAL" clId="{BC00D9DF-F858-4149-8B7B-F211D448CEDA}" dt="2026-04-21T09:55:36.020" v="1560" actId="20577"/>
          <ac:spMkLst>
            <pc:docMk/>
            <pc:sldMk cId="1675132989" sldId="256"/>
            <ac:spMk id="2" creationId="{2DE44B35-1FE4-9587-2810-66AD4B1C8B85}"/>
          </ac:spMkLst>
        </pc:spChg>
        <pc:spChg chg="mod">
          <ac:chgData name="Dragan Javorac" userId="913c2858-fb97-4c6e-a42c-b1f1a16b225e" providerId="ADAL" clId="{BC00D9DF-F858-4149-8B7B-F211D448CEDA}" dt="2026-04-21T06:30:51.987" v="1548" actId="20577"/>
          <ac:spMkLst>
            <pc:docMk/>
            <pc:sldMk cId="1675132989" sldId="256"/>
            <ac:spMk id="3" creationId="{B805F77B-6020-B0DD-1FB2-BB27CC2A9969}"/>
          </ac:spMkLst>
        </pc:spChg>
      </pc:sldChg>
      <pc:sldChg chg="modSp mod">
        <pc:chgData name="Dragan Javorac" userId="913c2858-fb97-4c6e-a42c-b1f1a16b225e" providerId="ADAL" clId="{BC00D9DF-F858-4149-8B7B-F211D448CEDA}" dt="2026-04-21T09:57:15.789" v="1636" actId="20577"/>
        <pc:sldMkLst>
          <pc:docMk/>
          <pc:sldMk cId="1221871206" sldId="258"/>
        </pc:sldMkLst>
        <pc:spChg chg="mod">
          <ac:chgData name="Dragan Javorac" userId="913c2858-fb97-4c6e-a42c-b1f1a16b225e" providerId="ADAL" clId="{BC00D9DF-F858-4149-8B7B-F211D448CEDA}" dt="2026-04-21T09:57:15.789" v="1636" actId="20577"/>
          <ac:spMkLst>
            <pc:docMk/>
            <pc:sldMk cId="1221871206" sldId="258"/>
            <ac:spMk id="3" creationId="{C6629818-6211-064B-9795-C8B695EA634D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1T10:00:45.351" v="1739" actId="27636"/>
        <pc:sldMkLst>
          <pc:docMk/>
          <pc:sldMk cId="2418288690" sldId="292"/>
        </pc:sldMkLst>
        <pc:spChg chg="mod">
          <ac:chgData name="Dragan Javorac" userId="913c2858-fb97-4c6e-a42c-b1f1a16b225e" providerId="ADAL" clId="{BC00D9DF-F858-4149-8B7B-F211D448CEDA}" dt="2026-04-21T10:00:45.351" v="1739" actId="27636"/>
          <ac:spMkLst>
            <pc:docMk/>
            <pc:sldMk cId="2418288690" sldId="292"/>
            <ac:spMk id="3" creationId="{5071A081-6716-ADE8-7809-24F1F95853FD}"/>
          </ac:spMkLst>
        </pc:spChg>
        <pc:picChg chg="add mod">
          <ac:chgData name="Dragan Javorac" userId="913c2858-fb97-4c6e-a42c-b1f1a16b225e" providerId="ADAL" clId="{BC00D9DF-F858-4149-8B7B-F211D448CEDA}" dt="2026-04-21T10:00:36.663" v="1737" actId="1076"/>
          <ac:picMkLst>
            <pc:docMk/>
            <pc:sldMk cId="2418288690" sldId="292"/>
            <ac:picMk id="4" creationId="{F47B1A7C-2528-65C5-C354-4057CFB7412D}"/>
          </ac:picMkLst>
        </pc:picChg>
        <pc:picChg chg="add mod">
          <ac:chgData name="Dragan Javorac" userId="913c2858-fb97-4c6e-a42c-b1f1a16b225e" providerId="ADAL" clId="{BC00D9DF-F858-4149-8B7B-F211D448CEDA}" dt="2026-04-21T10:00:35.714" v="1736" actId="1076"/>
          <ac:picMkLst>
            <pc:docMk/>
            <pc:sldMk cId="2418288690" sldId="292"/>
            <ac:picMk id="7" creationId="{B40F11F9-42CA-98E4-2DEF-1DD53E4C2856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15:59:38.416" v="1838" actId="14100"/>
        <pc:sldMkLst>
          <pc:docMk/>
          <pc:sldMk cId="1752108050" sldId="293"/>
        </pc:sldMkLst>
        <pc:spChg chg="mod">
          <ac:chgData name="Dragan Javorac" userId="913c2858-fb97-4c6e-a42c-b1f1a16b225e" providerId="ADAL" clId="{BC00D9DF-F858-4149-8B7B-F211D448CEDA}" dt="2026-04-23T15:59:22.058" v="1813" actId="20577"/>
          <ac:spMkLst>
            <pc:docMk/>
            <pc:sldMk cId="1752108050" sldId="293"/>
            <ac:spMk id="2" creationId="{650F8DF8-BED6-DEEC-B4B8-684F3CFC5C75}"/>
          </ac:spMkLst>
        </pc:spChg>
        <pc:spChg chg="mod">
          <ac:chgData name="Dragan Javorac" userId="913c2858-fb97-4c6e-a42c-b1f1a16b225e" providerId="ADAL" clId="{BC00D9DF-F858-4149-8B7B-F211D448CEDA}" dt="2026-04-23T15:59:38.416" v="1838" actId="14100"/>
          <ac:spMkLst>
            <pc:docMk/>
            <pc:sldMk cId="1752108050" sldId="293"/>
            <ac:spMk id="3" creationId="{3174F9E4-9FE4-796A-DD58-92CC42117A66}"/>
          </ac:spMkLst>
        </pc:spChg>
        <pc:spChg chg="add mod">
          <ac:chgData name="Dragan Javorac" userId="913c2858-fb97-4c6e-a42c-b1f1a16b225e" providerId="ADAL" clId="{BC00D9DF-F858-4149-8B7B-F211D448CEDA}" dt="2026-04-23T15:59:25.506" v="1814" actId="1076"/>
          <ac:spMkLst>
            <pc:docMk/>
            <pc:sldMk cId="1752108050" sldId="293"/>
            <ac:spMk id="7" creationId="{FF9F002E-8A4B-45AC-EDA2-DD1ECCFCE73E}"/>
          </ac:spMkLst>
        </pc:spChg>
        <pc:spChg chg="add mod">
          <ac:chgData name="Dragan Javorac" userId="913c2858-fb97-4c6e-a42c-b1f1a16b225e" providerId="ADAL" clId="{BC00D9DF-F858-4149-8B7B-F211D448CEDA}" dt="2026-04-23T15:59:28.251" v="1815" actId="1076"/>
          <ac:spMkLst>
            <pc:docMk/>
            <pc:sldMk cId="1752108050" sldId="293"/>
            <ac:spMk id="9" creationId="{A22581E4-237D-1120-8503-2E4B664D9895}"/>
          </ac:spMkLst>
        </pc:spChg>
        <pc:picChg chg="add mod">
          <ac:chgData name="Dragan Javorac" userId="913c2858-fb97-4c6e-a42c-b1f1a16b225e" providerId="ADAL" clId="{BC00D9DF-F858-4149-8B7B-F211D448CEDA}" dt="2026-04-23T15:58:53.816" v="1744" actId="1076"/>
          <ac:picMkLst>
            <pc:docMk/>
            <pc:sldMk cId="1752108050" sldId="293"/>
            <ac:picMk id="5" creationId="{D1838C3B-8299-B72B-54E6-585B80495083}"/>
          </ac:picMkLst>
        </pc:picChg>
        <pc:picChg chg="del">
          <ac:chgData name="Dragan Javorac" userId="913c2858-fb97-4c6e-a42c-b1f1a16b225e" providerId="ADAL" clId="{BC00D9DF-F858-4149-8B7B-F211D448CEDA}" dt="2026-04-23T15:58:40.162" v="1742" actId="478"/>
          <ac:picMkLst>
            <pc:docMk/>
            <pc:sldMk cId="1752108050" sldId="293"/>
            <ac:picMk id="6" creationId="{D8228981-0851-61FE-2446-9AD31736387C}"/>
          </ac:picMkLst>
        </pc:picChg>
        <pc:picChg chg="del">
          <ac:chgData name="Dragan Javorac" userId="913c2858-fb97-4c6e-a42c-b1f1a16b225e" providerId="ADAL" clId="{BC00D9DF-F858-4149-8B7B-F211D448CEDA}" dt="2026-04-23T15:58:40.162" v="1742" actId="478"/>
          <ac:picMkLst>
            <pc:docMk/>
            <pc:sldMk cId="1752108050" sldId="293"/>
            <ac:picMk id="8" creationId="{7696F2A5-87A7-D51A-539B-99946C3AF3D3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4T06:45:55.762" v="2051" actId="478"/>
        <pc:sldMkLst>
          <pc:docMk/>
          <pc:sldMk cId="2655874426" sldId="294"/>
        </pc:sldMkLst>
        <pc:spChg chg="mod">
          <ac:chgData name="Dragan Javorac" userId="913c2858-fb97-4c6e-a42c-b1f1a16b225e" providerId="ADAL" clId="{BC00D9DF-F858-4149-8B7B-F211D448CEDA}" dt="2026-04-24T06:43:37.962" v="1846" actId="20577"/>
          <ac:spMkLst>
            <pc:docMk/>
            <pc:sldMk cId="2655874426" sldId="294"/>
            <ac:spMk id="2" creationId="{7E314DAE-0A48-B16E-D1B5-72584A28BE97}"/>
          </ac:spMkLst>
        </pc:spChg>
        <pc:spChg chg="mod">
          <ac:chgData name="Dragan Javorac" userId="913c2858-fb97-4c6e-a42c-b1f1a16b225e" providerId="ADAL" clId="{BC00D9DF-F858-4149-8B7B-F211D448CEDA}" dt="2026-04-24T06:44:53.012" v="2044" actId="27636"/>
          <ac:spMkLst>
            <pc:docMk/>
            <pc:sldMk cId="2655874426" sldId="294"/>
            <ac:spMk id="3" creationId="{D56B0860-ECED-4907-589D-BCE4AC59A132}"/>
          </ac:spMkLst>
        </pc:spChg>
        <pc:grpChg chg="add mod">
          <ac:chgData name="Dragan Javorac" userId="913c2858-fb97-4c6e-a42c-b1f1a16b225e" providerId="ADAL" clId="{BC00D9DF-F858-4149-8B7B-F211D448CEDA}" dt="2026-04-24T06:45:02.374" v="2047" actId="164"/>
          <ac:grpSpMkLst>
            <pc:docMk/>
            <pc:sldMk cId="2655874426" sldId="294"/>
            <ac:grpSpMk id="9" creationId="{BE656D77-3065-8C69-F676-955D22119FAB}"/>
          </ac:grpSpMkLst>
        </pc:grpChg>
        <pc:picChg chg="add mod modCrop">
          <ac:chgData name="Dragan Javorac" userId="913c2858-fb97-4c6e-a42c-b1f1a16b225e" providerId="ADAL" clId="{BC00D9DF-F858-4149-8B7B-F211D448CEDA}" dt="2026-04-24T06:45:02.374" v="2047" actId="164"/>
          <ac:picMkLst>
            <pc:docMk/>
            <pc:sldMk cId="2655874426" sldId="294"/>
            <ac:picMk id="4" creationId="{7BF2199A-BCA9-AA0E-DE77-FD7F69D70777}"/>
          </ac:picMkLst>
        </pc:picChg>
        <pc:picChg chg="del">
          <ac:chgData name="Dragan Javorac" userId="913c2858-fb97-4c6e-a42c-b1f1a16b225e" providerId="ADAL" clId="{BC00D9DF-F858-4149-8B7B-F211D448CEDA}" dt="2026-04-24T06:44:10.357" v="1964" actId="478"/>
          <ac:picMkLst>
            <pc:docMk/>
            <pc:sldMk cId="2655874426" sldId="294"/>
            <ac:picMk id="6" creationId="{B825179F-19D6-70CC-B937-CD42643E97F9}"/>
          </ac:picMkLst>
        </pc:picChg>
        <pc:picChg chg="del">
          <ac:chgData name="Dragan Javorac" userId="913c2858-fb97-4c6e-a42c-b1f1a16b225e" providerId="ADAL" clId="{BC00D9DF-F858-4149-8B7B-F211D448CEDA}" dt="2026-04-24T06:44:07.886" v="1962" actId="478"/>
          <ac:picMkLst>
            <pc:docMk/>
            <pc:sldMk cId="2655874426" sldId="294"/>
            <ac:picMk id="8" creationId="{358630EA-4977-5EBD-ECC1-4B313D6128FE}"/>
          </ac:picMkLst>
        </pc:picChg>
        <pc:picChg chg="add del">
          <ac:chgData name="Dragan Javorac" userId="913c2858-fb97-4c6e-a42c-b1f1a16b225e" providerId="ADAL" clId="{BC00D9DF-F858-4149-8B7B-F211D448CEDA}" dt="2026-04-24T06:45:55.762" v="2051" actId="478"/>
          <ac:picMkLst>
            <pc:docMk/>
            <pc:sldMk cId="2655874426" sldId="294"/>
            <ac:picMk id="11" creationId="{D248F946-4AD4-01AC-027F-04C2232EC233}"/>
          </ac:picMkLst>
        </pc:picChg>
        <pc:picChg chg="add del">
          <ac:chgData name="Dragan Javorac" userId="913c2858-fb97-4c6e-a42c-b1f1a16b225e" providerId="ADAL" clId="{BC00D9DF-F858-4149-8B7B-F211D448CEDA}" dt="2026-04-24T06:45:55.762" v="2051" actId="478"/>
          <ac:picMkLst>
            <pc:docMk/>
            <pc:sldMk cId="2655874426" sldId="294"/>
            <ac:picMk id="13" creationId="{9F604FE8-3B75-BF2C-8AAD-6D11792917D3}"/>
          </ac:picMkLst>
        </pc:picChg>
        <pc:inkChg chg="add mod">
          <ac:chgData name="Dragan Javorac" userId="913c2858-fb97-4c6e-a42c-b1f1a16b225e" providerId="ADAL" clId="{BC00D9DF-F858-4149-8B7B-F211D448CEDA}" dt="2026-04-24T06:45:02.374" v="2047" actId="164"/>
          <ac:inkMkLst>
            <pc:docMk/>
            <pc:sldMk cId="2655874426" sldId="294"/>
            <ac:inkMk id="5" creationId="{B9B3C4BB-1E01-B331-6B45-C31885BF301B}"/>
          </ac:inkMkLst>
        </pc:inkChg>
        <pc:inkChg chg="add mod">
          <ac:chgData name="Dragan Javorac" userId="913c2858-fb97-4c6e-a42c-b1f1a16b225e" providerId="ADAL" clId="{BC00D9DF-F858-4149-8B7B-F211D448CEDA}" dt="2026-04-24T06:45:02.374" v="2047" actId="164"/>
          <ac:inkMkLst>
            <pc:docMk/>
            <pc:sldMk cId="2655874426" sldId="294"/>
            <ac:inkMk id="7" creationId="{ED677332-2367-8600-041F-A134C87B06E6}"/>
          </ac:inkMkLst>
        </pc:inkChg>
      </pc:sldChg>
      <pc:sldChg chg="delSp modSp add mod">
        <pc:chgData name="Dragan Javorac" userId="913c2858-fb97-4c6e-a42c-b1f1a16b225e" providerId="ADAL" clId="{BC00D9DF-F858-4149-8B7B-F211D448CEDA}" dt="2026-04-24T06:46:58.491" v="2150" actId="14100"/>
        <pc:sldMkLst>
          <pc:docMk/>
          <pc:sldMk cId="1743946096" sldId="295"/>
        </pc:sldMkLst>
        <pc:spChg chg="mod">
          <ac:chgData name="Dragan Javorac" userId="913c2858-fb97-4c6e-a42c-b1f1a16b225e" providerId="ADAL" clId="{BC00D9DF-F858-4149-8B7B-F211D448CEDA}" dt="2026-04-24T06:46:02.196" v="2069" actId="20577"/>
          <ac:spMkLst>
            <pc:docMk/>
            <pc:sldMk cId="1743946096" sldId="295"/>
            <ac:spMk id="2" creationId="{055C9F66-C13A-76E8-4E18-39989208F4E7}"/>
          </ac:spMkLst>
        </pc:spChg>
        <pc:spChg chg="mod">
          <ac:chgData name="Dragan Javorac" userId="913c2858-fb97-4c6e-a42c-b1f1a16b225e" providerId="ADAL" clId="{BC00D9DF-F858-4149-8B7B-F211D448CEDA}" dt="2026-04-24T06:46:58.491" v="2150" actId="14100"/>
          <ac:spMkLst>
            <pc:docMk/>
            <pc:sldMk cId="1743946096" sldId="295"/>
            <ac:spMk id="3" creationId="{B2C358F4-6235-100C-631E-76878102316E}"/>
          </ac:spMkLst>
        </pc:spChg>
        <pc:grpChg chg="del">
          <ac:chgData name="Dragan Javorac" userId="913c2858-fb97-4c6e-a42c-b1f1a16b225e" providerId="ADAL" clId="{BC00D9DF-F858-4149-8B7B-F211D448CEDA}" dt="2026-04-24T06:46:05.270" v="2071" actId="478"/>
          <ac:grpSpMkLst>
            <pc:docMk/>
            <pc:sldMk cId="1743946096" sldId="295"/>
            <ac:grpSpMk id="9" creationId="{18E171EB-56F8-5150-DE79-51122B777D46}"/>
          </ac:grpSpMkLst>
        </pc:grpChg>
        <pc:picChg chg="mod">
          <ac:chgData name="Dragan Javorac" userId="913c2858-fb97-4c6e-a42c-b1f1a16b225e" providerId="ADAL" clId="{BC00D9DF-F858-4149-8B7B-F211D448CEDA}" dt="2026-04-24T06:46:16.947" v="2078" actId="14100"/>
          <ac:picMkLst>
            <pc:docMk/>
            <pc:sldMk cId="1743946096" sldId="295"/>
            <ac:picMk id="11" creationId="{D36FCC27-FEF9-4814-10AB-E2FF3AF37454}"/>
          </ac:picMkLst>
        </pc:picChg>
        <pc:picChg chg="mod">
          <ac:chgData name="Dragan Javorac" userId="913c2858-fb97-4c6e-a42c-b1f1a16b225e" providerId="ADAL" clId="{BC00D9DF-F858-4149-8B7B-F211D448CEDA}" dt="2026-04-24T06:46:14.402" v="2076" actId="1076"/>
          <ac:picMkLst>
            <pc:docMk/>
            <pc:sldMk cId="1743946096" sldId="295"/>
            <ac:picMk id="13" creationId="{B9EF3E27-642D-CD78-223A-3B1D6B070E75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4T06:44:20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24575,'4'0'0,"10"0"0,16 0 0,19 5 0,28 0 0,38 5 0,13 4 0,15 0 0,-9-2 0,-22-3 0,-18-4 0,-16-2 0,-18-2 0,21 38 0,-52-40-6784,-30-19 5377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4T06:44:21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24575,'530'27'0,"-238"-8"0,-274-17 0,0 0 0,0 2 0,0 0 0,0 1 0,-1 0 0,21 10 0,-25-9 0,-10-5 10,1 1 0,0 0 0,-1-1 0,1 0 0,0 0 0,0 0 0,0 0 0,0-1 0,0 1 0,0-1 0,5-1 0,-8 1-55,0-1 0,0 0 0,-1 1 0,1-1 0,0 0 0,0 0 0,0 0 0,0 1 0,-1-1 0,1 0 0,0 0 0,-1 0 0,1 0 0,-1-1 0,1 1 0,-1 0 0,0 0 0,1 0 0,-1 0 0,0 0 0,0 0 0,0-1 0,0 1 0,0 0 0,0 0 0,0 0 0,0-1 0,0 1 0,-1 0 0,1 0 0,0 0 0,-2-2 0,0-13-6781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24-4-2026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customXml" Target="../ink/ink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Selecting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Code first</a:t>
            </a:r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tabel data via het </a:t>
            </a:r>
            <a:r>
              <a:rPr lang="nl-NL" dirty="0" err="1"/>
              <a:t>laravel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ophalen en tonen</a:t>
            </a:r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C3A3A-0B4E-DA73-6D3B-8730CECBF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6F37-4CFB-D0D1-92F1-0C0782006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Select </a:t>
            </a:r>
            <a:r>
              <a:rPr lang="nl-NL" dirty="0" err="1"/>
              <a:t>all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783D4-7111-4CC9-75D6-547CDFAFB8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468319" cy="4667249"/>
          </a:xfrm>
        </p:spPr>
        <p:txBody>
          <a:bodyPr>
            <a:normAutofit/>
          </a:bodyPr>
          <a:lstStyle/>
          <a:p>
            <a:r>
              <a:rPr lang="en-US" dirty="0"/>
              <a:t>Voor de games:</a:t>
            </a:r>
          </a:p>
          <a:p>
            <a:pPr lvl="1"/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gamecontroller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Game::all</a:t>
            </a:r>
          </a:p>
          <a:p>
            <a:pPr lvl="1"/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B37DD6-BD02-54C4-5F09-6C34A836E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710" y="1094281"/>
            <a:ext cx="6677947" cy="539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329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E0FE7-9EC5-4941-254B-B24517B8B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39CA5-0435-1D4C-2609-A400AA52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1A081-6716-ADE8-7809-24F1F9585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22276" cy="2375183"/>
          </a:xfrm>
        </p:spPr>
        <p:txBody>
          <a:bodyPr>
            <a:normAutofit/>
          </a:bodyPr>
          <a:lstStyle/>
          <a:p>
            <a:r>
              <a:rPr lang="en-US" dirty="0"/>
              <a:t>Je </a:t>
            </a:r>
            <a:r>
              <a:rPr lang="en-US" dirty="0" err="1"/>
              <a:t>geeft</a:t>
            </a:r>
            <a:r>
              <a:rPr lang="en-US" dirty="0"/>
              <a:t> de data door</a:t>
            </a:r>
          </a:p>
          <a:p>
            <a:pPr lvl="1"/>
            <a:r>
              <a:rPr lang="en-US" dirty="0"/>
              <a:t>Als $items in </a:t>
            </a:r>
            <a:r>
              <a:rPr lang="en-US" dirty="0" err="1"/>
              <a:t>dit</a:t>
            </a:r>
            <a:r>
              <a:rPr lang="en-US" dirty="0"/>
              <a:t> </a:t>
            </a:r>
            <a:r>
              <a:rPr lang="en-US" dirty="0" err="1"/>
              <a:t>geval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 je view </a:t>
            </a:r>
            <a:r>
              <a:rPr lang="en-US" dirty="0" err="1"/>
              <a:t>heet</a:t>
            </a:r>
            <a:r>
              <a:rPr lang="en-US" dirty="0"/>
              <a:t> die </a:t>
            </a:r>
            <a:r>
              <a:rPr lang="en-US" dirty="0" err="1"/>
              <a:t>ook</a:t>
            </a:r>
            <a:r>
              <a:rPr lang="en-US" dirty="0"/>
              <a:t> items</a:t>
            </a: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7B1A7C-2528-65C5-C354-4057CFB74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053" y="1094281"/>
            <a:ext cx="6677947" cy="5398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0F11F9-42CA-98E4-2DEF-1DD53E4C2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0528"/>
            <a:ext cx="5292828" cy="221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288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E77E-5FB3-8471-514B-8232BCC1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C54C-FB7C-9960-690D-F87B375D5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Met Genres?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08ECC-25CD-F9B4-D890-FB9C9C599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1097457"/>
          </a:xfrm>
        </p:spPr>
        <p:txBody>
          <a:bodyPr>
            <a:normAutofit/>
          </a:bodyPr>
          <a:lstStyle/>
          <a:p>
            <a:r>
              <a:rPr lang="en-US" dirty="0"/>
              <a:t>Je Model </a:t>
            </a:r>
            <a:r>
              <a:rPr lang="en-US" dirty="0" err="1"/>
              <a:t>aanpassen</a:t>
            </a:r>
            <a:endParaRPr lang="en-US" dirty="0"/>
          </a:p>
          <a:p>
            <a:pPr lvl="1"/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62DDD-50F8-16DF-72F5-6DC4025B1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69" y="2610944"/>
            <a:ext cx="9589119" cy="411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488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230E8-D12A-9D7F-8B6A-2E2D7520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6A904-4F83-9901-5E0D-DBE8F2DC9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Hoe kom je 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CACF-3FB3-CA22-5B62-CECEB881C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4800027"/>
          </a:xfrm>
        </p:spPr>
        <p:txBody>
          <a:bodyPr>
            <a:normAutofit/>
          </a:bodyPr>
          <a:lstStyle/>
          <a:p>
            <a:r>
              <a:rPr lang="en-US" dirty="0" err="1"/>
              <a:t>Niet</a:t>
            </a:r>
            <a:r>
              <a:rPr lang="en-US" dirty="0"/>
              <a:t> $game-&gt;</a:t>
            </a:r>
            <a:r>
              <a:rPr lang="en-US" dirty="0" err="1"/>
              <a:t>gameGenre</a:t>
            </a:r>
            <a:r>
              <a:rPr lang="en-US" dirty="0"/>
              <a:t>()-&gt;</a:t>
            </a:r>
            <a:r>
              <a:rPr lang="en-US" dirty="0" err="1"/>
              <a:t>genrename</a:t>
            </a:r>
            <a:endParaRPr lang="en-US" dirty="0"/>
          </a:p>
          <a:p>
            <a:r>
              <a:rPr lang="en-US" dirty="0"/>
              <a:t>Maar $game-&gt;</a:t>
            </a:r>
            <a:r>
              <a:rPr lang="en-US" dirty="0" err="1"/>
              <a:t>gameGenre</a:t>
            </a:r>
            <a:r>
              <a:rPr lang="en-US" dirty="0"/>
              <a:t>-&gt;</a:t>
            </a:r>
            <a:r>
              <a:rPr lang="en-US" dirty="0" err="1"/>
              <a:t>genrename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Heeft</a:t>
            </a:r>
            <a:r>
              <a:rPr lang="en-US" dirty="0"/>
              <a:t> met eloquent te </a:t>
            </a:r>
            <a:r>
              <a:rPr lang="en-US" dirty="0" err="1"/>
              <a:t>maken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1F68D-DF7D-51BF-777E-F5EC4FA8F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58" y="4030766"/>
            <a:ext cx="8213126" cy="248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2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A751C-A1B3-8733-B305-C21DBC19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45E1E-CB63-19BA-E484-1BC4B858C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All</a:t>
            </a:r>
            <a:r>
              <a:rPr lang="nl-NL" dirty="0"/>
              <a:t>()?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C7EA9-24A3-ED42-CEE9-9B8AE7E6B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1097457"/>
          </a:xfrm>
        </p:spPr>
        <p:txBody>
          <a:bodyPr>
            <a:normAutofit/>
          </a:bodyPr>
          <a:lstStyle/>
          <a:p>
            <a:r>
              <a:rPr lang="en-US" dirty="0"/>
              <a:t>Kan</a:t>
            </a:r>
          </a:p>
          <a:p>
            <a:pPr lvl="1"/>
            <a:r>
              <a:rPr lang="en-US" dirty="0"/>
              <a:t>Maar dan </a:t>
            </a:r>
            <a:r>
              <a:rPr lang="en-US" dirty="0" err="1"/>
              <a:t>geen</a:t>
            </a:r>
            <a:r>
              <a:rPr lang="en-US" dirty="0"/>
              <a:t> join </a:t>
            </a:r>
            <a:r>
              <a:rPr lang="en-US" dirty="0" err="1"/>
              <a:t>meer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select later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FCAED8-4642-DCEF-BC2F-CC5A1EB0B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944" y="3058019"/>
            <a:ext cx="6220918" cy="348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766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ACC67-282B-6194-0AB6-D840194D1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7518-F217-311C-2B48-D86CE00E5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Oplossing: WITH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36147-A3C4-48C9-34FE-AC6C4791E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1097457"/>
          </a:xfrm>
        </p:spPr>
        <p:txBody>
          <a:bodyPr>
            <a:normAutofit/>
          </a:bodyPr>
          <a:lstStyle/>
          <a:p>
            <a:r>
              <a:rPr lang="en-US" dirty="0"/>
              <a:t>Let op je casing!</a:t>
            </a:r>
          </a:p>
          <a:p>
            <a:r>
              <a:rPr lang="en-US" dirty="0"/>
              <a:t>Geen join,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je </a:t>
            </a:r>
            <a:r>
              <a:rPr lang="en-US" dirty="0" err="1"/>
              <a:t>afdwingen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je </a:t>
            </a:r>
            <a:r>
              <a:rPr lang="en-US" dirty="0" err="1"/>
              <a:t>wil</a:t>
            </a:r>
            <a:r>
              <a:rPr lang="en-US" dirty="0"/>
              <a:t> maar </a:t>
            </a:r>
            <a:r>
              <a:rPr lang="en-US" dirty="0" err="1"/>
              <a:t>dit</a:t>
            </a:r>
            <a:r>
              <a:rPr lang="en-US" dirty="0"/>
              <a:t> is Laravel ok ^^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A5A73-F0F9-A2C2-5B86-499976BEC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941" y="3058018"/>
            <a:ext cx="9920629" cy="1918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D7BC1F-1F9D-0FE1-1FB0-6B07002EF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40" y="5111669"/>
            <a:ext cx="9352223" cy="1598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598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F92B-42DE-0C3E-AC0D-9DCAB35F7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14DAE-0A48-B16E-D1B5-72584A28B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Let 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0860-ECED-4907-589D-BCE4AC59A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1831975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Zie</a:t>
            </a:r>
            <a:r>
              <a:rPr lang="en-US" dirty="0"/>
              <a:t> je </a:t>
            </a:r>
            <a:r>
              <a:rPr lang="en-US" dirty="0" err="1"/>
              <a:t>dat</a:t>
            </a:r>
            <a:r>
              <a:rPr lang="en-US" dirty="0"/>
              <a:t> de </a:t>
            </a:r>
            <a:r>
              <a:rPr lang="en-US" dirty="0" err="1"/>
              <a:t>eerste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:: is?</a:t>
            </a:r>
          </a:p>
          <a:p>
            <a:r>
              <a:rPr lang="en-US" dirty="0"/>
              <a:t>En de </a:t>
            </a:r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-&gt;</a:t>
            </a:r>
          </a:p>
          <a:p>
            <a:r>
              <a:rPr lang="nl-NL" dirty="0"/>
              <a:t>Je gaat van </a:t>
            </a:r>
            <a:r>
              <a:rPr lang="nl-NL" dirty="0" err="1"/>
              <a:t>static</a:t>
            </a:r>
            <a:r>
              <a:rPr lang="nl-NL" dirty="0"/>
              <a:t> (:</a:t>
            </a:r>
            <a:r>
              <a:rPr lang="nl-NL" dirty="0">
                <a:sym typeface="Wingdings" panose="05000000000000000000" pitchFamily="2" charset="2"/>
              </a:rPr>
              <a:t>:) </a:t>
            </a:r>
            <a:r>
              <a:rPr lang="nl-NL" dirty="0"/>
              <a:t>naar een instance (-&gt;)</a:t>
            </a:r>
          </a:p>
          <a:p>
            <a:pPr lvl="1"/>
            <a:r>
              <a:rPr lang="nl-NL" dirty="0"/>
              <a:t>Regel: de eerste is op de CLASS dus :: daarna is alles een -&gt;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E656D77-3065-8C69-F676-955D22119FAB}"/>
              </a:ext>
            </a:extLst>
          </p:cNvPr>
          <p:cNvGrpSpPr/>
          <p:nvPr/>
        </p:nvGrpSpPr>
        <p:grpSpPr>
          <a:xfrm>
            <a:off x="838199" y="5200772"/>
            <a:ext cx="9920629" cy="1097457"/>
            <a:chOff x="838199" y="5200772"/>
            <a:chExt cx="9920629" cy="109745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BF2199A-BCA9-AA0E-DE77-FD7F69D70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2803"/>
            <a:stretch>
              <a:fillRect/>
            </a:stretch>
          </p:blipFill>
          <p:spPr>
            <a:xfrm>
              <a:off x="838199" y="5200772"/>
              <a:ext cx="9920629" cy="109745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9B3C4BB-1E01-B331-6B45-C31885BF301B}"/>
                    </a:ext>
                  </a:extLst>
                </p14:cNvPr>
                <p14:cNvContentPartPr/>
                <p14:nvPr/>
              </p14:nvContentPartPr>
              <p14:xfrm>
                <a:off x="5359224" y="5857325"/>
                <a:ext cx="414000" cy="42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9B3C4BB-1E01-B331-6B45-C31885BF301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50584" y="5848325"/>
                  <a:ext cx="4316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677332-2367-8600-041F-A134C87B06E6}"/>
                    </a:ext>
                  </a:extLst>
                </p14:cNvPr>
                <p14:cNvContentPartPr/>
                <p14:nvPr/>
              </p14:nvContentPartPr>
              <p14:xfrm>
                <a:off x="8600304" y="5829965"/>
                <a:ext cx="376200" cy="36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677332-2367-8600-041F-A134C87B06E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91664" y="5820965"/>
                  <a:ext cx="393840" cy="5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55874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5FD3-51DE-3CCF-855D-54B4CB22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C9F66-C13A-76E8-4E18-39989208F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voorbeelden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358F4-6235-100C-631E-768781023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847377" cy="3352957"/>
          </a:xfrm>
        </p:spPr>
        <p:txBody>
          <a:bodyPr>
            <a:normAutofit/>
          </a:bodyPr>
          <a:lstStyle/>
          <a:p>
            <a:r>
              <a:rPr lang="en-US" dirty="0"/>
              <a:t>-&gt;</a:t>
            </a:r>
            <a:r>
              <a:rPr lang="en-US" dirty="0" err="1"/>
              <a:t>findOrFail</a:t>
            </a:r>
            <a:r>
              <a:rPr lang="en-US" dirty="0"/>
              <a:t>($id) </a:t>
            </a:r>
          </a:p>
          <a:p>
            <a:r>
              <a:rPr lang="en-US" dirty="0"/>
              <a:t>::</a:t>
            </a:r>
            <a:r>
              <a:rPr lang="en-US" dirty="0" err="1"/>
              <a:t>orderBy</a:t>
            </a:r>
            <a:r>
              <a:rPr lang="en-US" dirty="0"/>
              <a:t> == </a:t>
            </a:r>
            <a:r>
              <a:rPr lang="en-US" dirty="0" err="1"/>
              <a:t>sorteren</a:t>
            </a:r>
            <a:endParaRPr lang="en-US" dirty="0"/>
          </a:p>
          <a:p>
            <a:r>
              <a:rPr lang="en-US" dirty="0"/>
              <a:t>-&gt;take == TOP/LIMIT</a:t>
            </a:r>
          </a:p>
          <a:p>
            <a:endParaRPr lang="en-US" dirty="0"/>
          </a:p>
          <a:p>
            <a:endParaRPr lang="nl-NL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6FCC27-FEF9-4814-10AB-E2FF3AF37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687637"/>
            <a:ext cx="6096000" cy="27249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EF3E27-642D-CD78-223A-3B1D6B070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809" y="5856571"/>
            <a:ext cx="10300171" cy="63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946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80680-B14C-9988-E5F3-89CB02136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F8DF8-BED6-DEEC-B4B8-684F3CFC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Cheatsheet 1:N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4F9E4-9FE4-796A-DD58-92CC42117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973644" cy="2686414"/>
          </a:xfrm>
        </p:spPr>
        <p:txBody>
          <a:bodyPr>
            <a:normAutofit/>
          </a:bodyPr>
          <a:lstStyle/>
          <a:p>
            <a:r>
              <a:rPr lang="en-US" dirty="0"/>
              <a:t>Voor </a:t>
            </a:r>
            <a:r>
              <a:rPr lang="en-US" dirty="0" err="1"/>
              <a:t>elke</a:t>
            </a:r>
            <a:r>
              <a:rPr lang="en-US" dirty="0"/>
              <a:t> 1:n </a:t>
            </a:r>
            <a:r>
              <a:rPr lang="en-US" dirty="0" err="1"/>
              <a:t>relatie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838C3B-8299-B72B-54E6-585B80495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292" y="154586"/>
            <a:ext cx="4616581" cy="694969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F9F002E-8A4B-45AC-EDA2-DD1ECCFCE73E}"/>
              </a:ext>
            </a:extLst>
          </p:cNvPr>
          <p:cNvSpPr/>
          <p:nvPr/>
        </p:nvSpPr>
        <p:spPr>
          <a:xfrm>
            <a:off x="9667913" y="1238445"/>
            <a:ext cx="2068643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Brand </a:t>
            </a:r>
            <a:r>
              <a:rPr lang="nl-NL" dirty="0" err="1"/>
              <a:t>belongs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company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2581E4-237D-1120-8503-2E4B664D9895}"/>
              </a:ext>
            </a:extLst>
          </p:cNvPr>
          <p:cNvSpPr/>
          <p:nvPr/>
        </p:nvSpPr>
        <p:spPr>
          <a:xfrm>
            <a:off x="9667913" y="4634460"/>
            <a:ext cx="2068643" cy="13255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Company </a:t>
            </a:r>
            <a:r>
              <a:rPr lang="nl-NL" dirty="0" err="1"/>
              <a:t>hasmany</a:t>
            </a:r>
            <a:r>
              <a:rPr lang="nl-NL" dirty="0"/>
              <a:t> </a:t>
            </a:r>
            <a:r>
              <a:rPr lang="nl-NL" dirty="0" err="1"/>
              <a:t>brands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52108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185</Words>
  <Application>Microsoft Office PowerPoint</Application>
  <PresentationFormat>Widescreen</PresentationFormat>
  <Paragraphs>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Selecting</vt:lpstr>
      <vt:lpstr>Deze les</vt:lpstr>
      <vt:lpstr>Select all</vt:lpstr>
      <vt:lpstr>Tonen</vt:lpstr>
      <vt:lpstr>Met Genres?</vt:lpstr>
      <vt:lpstr>Hoe kom je er</vt:lpstr>
      <vt:lpstr>All()?</vt:lpstr>
      <vt:lpstr>Oplossing: WITH</vt:lpstr>
      <vt:lpstr>Let op</vt:lpstr>
      <vt:lpstr>Andere voorbeelden</vt:lpstr>
      <vt:lpstr>Cheatsheet 1:N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42</cp:revision>
  <dcterms:created xsi:type="dcterms:W3CDTF">2026-01-26T11:26:42Z</dcterms:created>
  <dcterms:modified xsi:type="dcterms:W3CDTF">2026-04-24T06:46:58Z</dcterms:modified>
</cp:coreProperties>
</file>