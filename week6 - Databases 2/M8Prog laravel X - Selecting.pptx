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7" r:id="rId4"/>
    <p:sldId id="292" r:id="rId5"/>
    <p:sldId id="288" r:id="rId6"/>
    <p:sldId id="289" r:id="rId7"/>
    <p:sldId id="290" r:id="rId8"/>
    <p:sldId id="291" r:id="rId9"/>
    <p:sldId id="293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F20D3-CD2A-4DDC-A262-9275697B7334}" v="1" dt="2026-04-23T15:59:08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3T15:59:38.416" v="1838" actId="14100"/>
      <pc:docMkLst>
        <pc:docMk/>
      </pc:docMkLst>
      <pc:sldChg chg="modSp mod">
        <pc:chgData name="Dragan Javorac" userId="913c2858-fb97-4c6e-a42c-b1f1a16b225e" providerId="ADAL" clId="{BC00D9DF-F858-4149-8B7B-F211D448CEDA}" dt="2026-04-21T09:55:36.020" v="1560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09:55:36.020" v="1560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06:30:51.987" v="1548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09:57:15.789" v="1636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09:57:15.789" v="1636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addSp delSp modSp add mod">
        <pc:chgData name="Dragan Javorac" userId="913c2858-fb97-4c6e-a42c-b1f1a16b225e" providerId="ADAL" clId="{BC00D9DF-F858-4149-8B7B-F211D448CEDA}" dt="2026-04-21T10:00:45.351" v="1739" actId="27636"/>
        <pc:sldMkLst>
          <pc:docMk/>
          <pc:sldMk cId="2418288690" sldId="292"/>
        </pc:sldMkLst>
        <pc:spChg chg="mod">
          <ac:chgData name="Dragan Javorac" userId="913c2858-fb97-4c6e-a42c-b1f1a16b225e" providerId="ADAL" clId="{BC00D9DF-F858-4149-8B7B-F211D448CEDA}" dt="2026-04-21T10:00:45.351" v="1739" actId="27636"/>
          <ac:spMkLst>
            <pc:docMk/>
            <pc:sldMk cId="2418288690" sldId="292"/>
            <ac:spMk id="3" creationId="{5071A081-6716-ADE8-7809-24F1F95853FD}"/>
          </ac:spMkLst>
        </pc:spChg>
        <pc:picChg chg="add mod">
          <ac:chgData name="Dragan Javorac" userId="913c2858-fb97-4c6e-a42c-b1f1a16b225e" providerId="ADAL" clId="{BC00D9DF-F858-4149-8B7B-F211D448CEDA}" dt="2026-04-21T10:00:36.663" v="1737" actId="1076"/>
          <ac:picMkLst>
            <pc:docMk/>
            <pc:sldMk cId="2418288690" sldId="292"/>
            <ac:picMk id="4" creationId="{F47B1A7C-2528-65C5-C354-4057CFB7412D}"/>
          </ac:picMkLst>
        </pc:picChg>
        <pc:picChg chg="add mod">
          <ac:chgData name="Dragan Javorac" userId="913c2858-fb97-4c6e-a42c-b1f1a16b225e" providerId="ADAL" clId="{BC00D9DF-F858-4149-8B7B-F211D448CEDA}" dt="2026-04-21T10:00:35.714" v="1736" actId="1076"/>
          <ac:picMkLst>
            <pc:docMk/>
            <pc:sldMk cId="2418288690" sldId="292"/>
            <ac:picMk id="7" creationId="{B40F11F9-42CA-98E4-2DEF-1DD53E4C2856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15:59:38.416" v="1838" actId="14100"/>
        <pc:sldMkLst>
          <pc:docMk/>
          <pc:sldMk cId="1752108050" sldId="293"/>
        </pc:sldMkLst>
        <pc:spChg chg="mod">
          <ac:chgData name="Dragan Javorac" userId="913c2858-fb97-4c6e-a42c-b1f1a16b225e" providerId="ADAL" clId="{BC00D9DF-F858-4149-8B7B-F211D448CEDA}" dt="2026-04-23T15:59:22.058" v="1813" actId="20577"/>
          <ac:spMkLst>
            <pc:docMk/>
            <pc:sldMk cId="1752108050" sldId="293"/>
            <ac:spMk id="2" creationId="{650F8DF8-BED6-DEEC-B4B8-684F3CFC5C75}"/>
          </ac:spMkLst>
        </pc:spChg>
        <pc:spChg chg="mod">
          <ac:chgData name="Dragan Javorac" userId="913c2858-fb97-4c6e-a42c-b1f1a16b225e" providerId="ADAL" clId="{BC00D9DF-F858-4149-8B7B-F211D448CEDA}" dt="2026-04-23T15:59:38.416" v="1838" actId="14100"/>
          <ac:spMkLst>
            <pc:docMk/>
            <pc:sldMk cId="1752108050" sldId="293"/>
            <ac:spMk id="3" creationId="{3174F9E4-9FE4-796A-DD58-92CC42117A66}"/>
          </ac:spMkLst>
        </pc:spChg>
        <pc:spChg chg="add mod">
          <ac:chgData name="Dragan Javorac" userId="913c2858-fb97-4c6e-a42c-b1f1a16b225e" providerId="ADAL" clId="{BC00D9DF-F858-4149-8B7B-F211D448CEDA}" dt="2026-04-23T15:59:25.506" v="1814" actId="1076"/>
          <ac:spMkLst>
            <pc:docMk/>
            <pc:sldMk cId="1752108050" sldId="293"/>
            <ac:spMk id="7" creationId="{FF9F002E-8A4B-45AC-EDA2-DD1ECCFCE73E}"/>
          </ac:spMkLst>
        </pc:spChg>
        <pc:spChg chg="add mod">
          <ac:chgData name="Dragan Javorac" userId="913c2858-fb97-4c6e-a42c-b1f1a16b225e" providerId="ADAL" clId="{BC00D9DF-F858-4149-8B7B-F211D448CEDA}" dt="2026-04-23T15:59:28.251" v="1815" actId="1076"/>
          <ac:spMkLst>
            <pc:docMk/>
            <pc:sldMk cId="1752108050" sldId="293"/>
            <ac:spMk id="9" creationId="{A22581E4-237D-1120-8503-2E4B664D9895}"/>
          </ac:spMkLst>
        </pc:spChg>
        <pc:picChg chg="add mod">
          <ac:chgData name="Dragan Javorac" userId="913c2858-fb97-4c6e-a42c-b1f1a16b225e" providerId="ADAL" clId="{BC00D9DF-F858-4149-8B7B-F211D448CEDA}" dt="2026-04-23T15:58:53.816" v="1744" actId="1076"/>
          <ac:picMkLst>
            <pc:docMk/>
            <pc:sldMk cId="1752108050" sldId="293"/>
            <ac:picMk id="5" creationId="{D1838C3B-8299-B72B-54E6-585B80495083}"/>
          </ac:picMkLst>
        </pc:picChg>
        <pc:picChg chg="del">
          <ac:chgData name="Dragan Javorac" userId="913c2858-fb97-4c6e-a42c-b1f1a16b225e" providerId="ADAL" clId="{BC00D9DF-F858-4149-8B7B-F211D448CEDA}" dt="2026-04-23T15:58:40.162" v="1742" actId="478"/>
          <ac:picMkLst>
            <pc:docMk/>
            <pc:sldMk cId="1752108050" sldId="293"/>
            <ac:picMk id="6" creationId="{D8228981-0851-61FE-2446-9AD31736387C}"/>
          </ac:picMkLst>
        </pc:picChg>
        <pc:picChg chg="del">
          <ac:chgData name="Dragan Javorac" userId="913c2858-fb97-4c6e-a42c-b1f1a16b225e" providerId="ADAL" clId="{BC00D9DF-F858-4149-8B7B-F211D448CEDA}" dt="2026-04-23T15:58:40.162" v="1742" actId="478"/>
          <ac:picMkLst>
            <pc:docMk/>
            <pc:sldMk cId="1752108050" sldId="293"/>
            <ac:picMk id="8" creationId="{7696F2A5-87A7-D51A-539B-99946C3AF3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Selecting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tabel data via het </a:t>
            </a:r>
            <a:r>
              <a:rPr lang="nl-NL" dirty="0" err="1"/>
              <a:t>laravel</a:t>
            </a:r>
            <a:r>
              <a:rPr lang="nl-NL" dirty="0"/>
              <a:t> </a:t>
            </a:r>
            <a:r>
              <a:rPr lang="nl-NL" dirty="0" err="1"/>
              <a:t>framework</a:t>
            </a:r>
            <a:r>
              <a:rPr lang="nl-NL" dirty="0"/>
              <a:t> ophalen en tonen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3A3A-0B4E-DA73-6D3B-8730CECB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6F37-4CFB-D0D1-92F1-0C078200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Select </a:t>
            </a:r>
            <a:r>
              <a:rPr lang="nl-NL" dirty="0" err="1"/>
              <a:t>all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83D4-7111-4CC9-75D6-547CDFAFB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68319" cy="4667249"/>
          </a:xfrm>
        </p:spPr>
        <p:txBody>
          <a:bodyPr>
            <a:normAutofit/>
          </a:bodyPr>
          <a:lstStyle/>
          <a:p>
            <a:r>
              <a:rPr lang="en-US" dirty="0"/>
              <a:t>Voor de games:</a:t>
            </a:r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gamecontroller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Game::all</a:t>
            </a:r>
          </a:p>
          <a:p>
            <a:pPr lvl="1"/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37DD6-BD02-54C4-5F09-6C34A836E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710" y="1094281"/>
            <a:ext cx="6677947" cy="53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2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0FE7-9EC5-4941-254B-B24517B8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9CA5-0435-1D4C-2609-A400AA52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A081-6716-ADE8-7809-24F1F9585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2276" cy="2375183"/>
          </a:xfrm>
        </p:spPr>
        <p:txBody>
          <a:bodyPr>
            <a:normAutofit/>
          </a:bodyPr>
          <a:lstStyle/>
          <a:p>
            <a:r>
              <a:rPr lang="en-US" dirty="0"/>
              <a:t>Je </a:t>
            </a:r>
            <a:r>
              <a:rPr lang="en-US" dirty="0" err="1"/>
              <a:t>geeft</a:t>
            </a:r>
            <a:r>
              <a:rPr lang="en-US" dirty="0"/>
              <a:t> de data door</a:t>
            </a:r>
          </a:p>
          <a:p>
            <a:pPr lvl="1"/>
            <a:r>
              <a:rPr lang="en-US" dirty="0"/>
              <a:t>Als $items in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geval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 je view </a:t>
            </a:r>
            <a:r>
              <a:rPr lang="en-US" dirty="0" err="1"/>
              <a:t>heet</a:t>
            </a:r>
            <a:r>
              <a:rPr lang="en-US" dirty="0"/>
              <a:t> die </a:t>
            </a:r>
            <a:r>
              <a:rPr lang="en-US" dirty="0" err="1"/>
              <a:t>ook</a:t>
            </a:r>
            <a:r>
              <a:rPr lang="en-US" dirty="0"/>
              <a:t> items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B1A7C-2528-65C5-C354-4057CFB7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53" y="1094281"/>
            <a:ext cx="6677947" cy="5398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0F11F9-42CA-98E4-2DEF-1DD53E4C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0528"/>
            <a:ext cx="5292828" cy="221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8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E77E-5FB3-8471-514B-8232BCC1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C54C-FB7C-9960-690D-F87B375D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 Genres?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08ECC-25CD-F9B4-D890-FB9C9C599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/>
              <a:t>Je Model </a:t>
            </a:r>
            <a:r>
              <a:rPr lang="en-US" dirty="0" err="1"/>
              <a:t>aanpassen</a:t>
            </a:r>
            <a:endParaRPr lang="en-US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62DDD-50F8-16DF-72F5-6DC4025B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69" y="2610944"/>
            <a:ext cx="9589119" cy="41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8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30E8-D12A-9D7F-8B6A-2E2D7520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A904-4F83-9901-5E0D-DBE8F2DC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Hoe kom je 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CACF-3FB3-CA22-5B62-CECEB881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4800027"/>
          </a:xfrm>
        </p:spPr>
        <p:txBody>
          <a:bodyPr>
            <a:normAutofit/>
          </a:bodyPr>
          <a:lstStyle/>
          <a:p>
            <a:r>
              <a:rPr lang="en-US" dirty="0" err="1"/>
              <a:t>Niet</a:t>
            </a:r>
            <a:r>
              <a:rPr lang="en-US" dirty="0"/>
              <a:t> $game-&gt;</a:t>
            </a:r>
            <a:r>
              <a:rPr lang="en-US" dirty="0" err="1"/>
              <a:t>gameGenre</a:t>
            </a:r>
            <a:r>
              <a:rPr lang="en-US" dirty="0"/>
              <a:t>()-&gt;</a:t>
            </a:r>
            <a:r>
              <a:rPr lang="en-US" dirty="0" err="1"/>
              <a:t>genrename</a:t>
            </a:r>
            <a:endParaRPr lang="en-US" dirty="0"/>
          </a:p>
          <a:p>
            <a:r>
              <a:rPr lang="en-US" dirty="0"/>
              <a:t>Maar $game-&gt;</a:t>
            </a:r>
            <a:r>
              <a:rPr lang="en-US" dirty="0" err="1"/>
              <a:t>gameGenre</a:t>
            </a:r>
            <a:r>
              <a:rPr lang="en-US" dirty="0"/>
              <a:t>-&gt;</a:t>
            </a:r>
            <a:r>
              <a:rPr lang="en-US" dirty="0" err="1"/>
              <a:t>genrename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Heeft</a:t>
            </a:r>
            <a:r>
              <a:rPr lang="en-US" dirty="0"/>
              <a:t> met eloquent te </a:t>
            </a:r>
            <a:r>
              <a:rPr lang="en-US" dirty="0" err="1"/>
              <a:t>maken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1F68D-DF7D-51BF-777E-F5EC4FA8F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58" y="4030766"/>
            <a:ext cx="8213126" cy="248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51C-A1B3-8733-B305-C21DBC19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5E1E-CB63-19BA-E484-1BC4B858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All</a:t>
            </a:r>
            <a:r>
              <a:rPr lang="nl-NL" dirty="0"/>
              <a:t>()?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C7EA9-24A3-ED42-CEE9-9B8AE7E6B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/>
              <a:t>Kan</a:t>
            </a:r>
          </a:p>
          <a:p>
            <a:pPr lvl="1"/>
            <a:r>
              <a:rPr lang="en-US" dirty="0"/>
              <a:t>Maar dan </a:t>
            </a:r>
            <a:r>
              <a:rPr lang="en-US" dirty="0" err="1"/>
              <a:t>geen</a:t>
            </a:r>
            <a:r>
              <a:rPr lang="en-US" dirty="0"/>
              <a:t> join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select later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CAED8-4642-DCEF-BC2F-CC5A1EB0B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944" y="3058019"/>
            <a:ext cx="6220918" cy="348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66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CC67-282B-6194-0AB6-D840194D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7518-F217-311C-2B48-D86CE00E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Oplossing: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6147-A3C4-48C9-34FE-AC6C4791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/>
              <a:t>Let op je casing!</a:t>
            </a:r>
          </a:p>
          <a:p>
            <a:r>
              <a:rPr lang="en-US" dirty="0"/>
              <a:t>Geen join,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je </a:t>
            </a:r>
            <a:r>
              <a:rPr lang="en-US" dirty="0" err="1"/>
              <a:t>afdwingen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je </a:t>
            </a:r>
            <a:r>
              <a:rPr lang="en-US" dirty="0" err="1"/>
              <a:t>wil</a:t>
            </a:r>
            <a:r>
              <a:rPr lang="en-US" dirty="0"/>
              <a:t> maar </a:t>
            </a:r>
            <a:r>
              <a:rPr lang="en-US" dirty="0" err="1"/>
              <a:t>dit</a:t>
            </a:r>
            <a:r>
              <a:rPr lang="en-US" dirty="0"/>
              <a:t> is Laravel ok ^^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0A5A73-F0F9-A2C2-5B86-499976BEC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41" y="3058018"/>
            <a:ext cx="9920629" cy="1918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D7BC1F-1F9D-0FE1-1FB0-6B07002EF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40" y="5111669"/>
            <a:ext cx="9352223" cy="159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98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0680-B14C-9988-E5F3-89CB02136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8DF8-BED6-DEEC-B4B8-684F3CFC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Cheatsheet 1:N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F9E4-9FE4-796A-DD58-92CC42117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3644" cy="2686414"/>
          </a:xfrm>
        </p:spPr>
        <p:txBody>
          <a:bodyPr>
            <a:normAutofit/>
          </a:bodyPr>
          <a:lstStyle/>
          <a:p>
            <a:r>
              <a:rPr lang="en-US" dirty="0"/>
              <a:t>Voor </a:t>
            </a:r>
            <a:r>
              <a:rPr lang="en-US" dirty="0" err="1"/>
              <a:t>elke</a:t>
            </a:r>
            <a:r>
              <a:rPr lang="en-US" dirty="0"/>
              <a:t> 1:n </a:t>
            </a:r>
            <a:r>
              <a:rPr lang="en-US" dirty="0" err="1"/>
              <a:t>relatie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38C3B-8299-B72B-54E6-585B80495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92" y="154586"/>
            <a:ext cx="4616581" cy="69496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9F002E-8A4B-45AC-EDA2-DD1ECCFCE73E}"/>
              </a:ext>
            </a:extLst>
          </p:cNvPr>
          <p:cNvSpPr/>
          <p:nvPr/>
        </p:nvSpPr>
        <p:spPr>
          <a:xfrm>
            <a:off x="9667913" y="1238445"/>
            <a:ext cx="2068643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Brand </a:t>
            </a:r>
            <a:r>
              <a:rPr lang="nl-NL" dirty="0" err="1"/>
              <a:t>belongs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company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2581E4-237D-1120-8503-2E4B664D9895}"/>
              </a:ext>
            </a:extLst>
          </p:cNvPr>
          <p:cNvSpPr/>
          <p:nvPr/>
        </p:nvSpPr>
        <p:spPr>
          <a:xfrm>
            <a:off x="9667913" y="4634460"/>
            <a:ext cx="2068643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Company </a:t>
            </a:r>
            <a:r>
              <a:rPr lang="nl-NL" dirty="0" err="1"/>
              <a:t>hasmany</a:t>
            </a:r>
            <a:r>
              <a:rPr lang="nl-NL" dirty="0"/>
              <a:t> </a:t>
            </a:r>
            <a:r>
              <a:rPr lang="nl-NL" dirty="0" err="1"/>
              <a:t>brands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210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128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Selecting</vt:lpstr>
      <vt:lpstr>Deze les</vt:lpstr>
      <vt:lpstr>Select all</vt:lpstr>
      <vt:lpstr>Tonen</vt:lpstr>
      <vt:lpstr>Met Genres?</vt:lpstr>
      <vt:lpstr>Hoe kom je er</vt:lpstr>
      <vt:lpstr>All()?</vt:lpstr>
      <vt:lpstr>Oplossing: WITH</vt:lpstr>
      <vt:lpstr>Cheatsheet 1:N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42</cp:revision>
  <dcterms:created xsi:type="dcterms:W3CDTF">2026-01-26T11:26:42Z</dcterms:created>
  <dcterms:modified xsi:type="dcterms:W3CDTF">2026-04-23T15:59:39Z</dcterms:modified>
</cp:coreProperties>
</file>