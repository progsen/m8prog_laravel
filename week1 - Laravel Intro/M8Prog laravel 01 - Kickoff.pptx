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78" r:id="rId6"/>
    <p:sldId id="265" r:id="rId7"/>
    <p:sldId id="267" r:id="rId8"/>
    <p:sldId id="268" r:id="rId9"/>
    <p:sldId id="269" r:id="rId10"/>
    <p:sldId id="272" r:id="rId11"/>
    <p:sldId id="273" r:id="rId12"/>
    <p:sldId id="275" r:id="rId13"/>
    <p:sldId id="274" r:id="rId14"/>
    <p:sldId id="276" r:id="rId15"/>
    <p:sldId id="277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0E6ED-9360-4FC2-B127-D918C1499FC1}" v="3" dt="2026-05-11T06:16:23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5-11T06:53:18.717" v="1669" actId="14100"/>
      <pc:docMkLst>
        <pc:docMk/>
      </pc:docMkLst>
      <pc:sldChg chg="modSp mod ord">
        <pc:chgData name="Dragan Javorac" userId="913c2858-fb97-4c6e-a42c-b1f1a16b225e" providerId="ADAL" clId="{BC00D9DF-F858-4149-8B7B-F211D448CEDA}" dt="2026-04-20T13:58:29.653" v="1331" actId="20577"/>
        <pc:sldMkLst>
          <pc:docMk/>
          <pc:sldMk cId="3374944751" sldId="257"/>
        </pc:sldMkLst>
        <pc:spChg chg="mod">
          <ac:chgData name="Dragan Javorac" userId="913c2858-fb97-4c6e-a42c-b1f1a16b225e" providerId="ADAL" clId="{BC00D9DF-F858-4149-8B7B-F211D448CEDA}" dt="2026-04-20T13:58:29.653" v="1331" actId="20577"/>
          <ac:spMkLst>
            <pc:docMk/>
            <pc:sldMk cId="3374944751" sldId="257"/>
            <ac:spMk id="2" creationId="{9C389F99-DDCA-A1A9-1203-9FDAB89BF3A9}"/>
          </ac:spMkLst>
        </pc:spChg>
      </pc:sldChg>
      <pc:sldChg chg="modSp mod">
        <pc:chgData name="Dragan Javorac" userId="913c2858-fb97-4c6e-a42c-b1f1a16b225e" providerId="ADAL" clId="{BC00D9DF-F858-4149-8B7B-F211D448CEDA}" dt="2026-04-20T12:56:28.166" v="202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0T12:56:28.166" v="202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modSp add mod">
        <pc:chgData name="Dragan Javorac" userId="913c2858-fb97-4c6e-a42c-b1f1a16b225e" providerId="ADAL" clId="{BC00D9DF-F858-4149-8B7B-F211D448CEDA}" dt="2026-05-11T06:16:20.687" v="1464" actId="20577"/>
        <pc:sldMkLst>
          <pc:docMk/>
          <pc:sldMk cId="4216161161" sldId="264"/>
        </pc:sldMkLst>
        <pc:spChg chg="mod">
          <ac:chgData name="Dragan Javorac" userId="913c2858-fb97-4c6e-a42c-b1f1a16b225e" providerId="ADAL" clId="{BC00D9DF-F858-4149-8B7B-F211D448CEDA}" dt="2026-05-11T06:16:20.687" v="1464" actId="20577"/>
          <ac:spMkLst>
            <pc:docMk/>
            <pc:sldMk cId="4216161161" sldId="264"/>
            <ac:spMk id="3" creationId="{0A78FE0D-D5EE-A73A-3D04-F5666CB44FB6}"/>
          </ac:spMkLst>
        </pc:spChg>
      </pc:sldChg>
      <pc:sldChg chg="modSp mod">
        <pc:chgData name="Dragan Javorac" userId="913c2858-fb97-4c6e-a42c-b1f1a16b225e" providerId="ADAL" clId="{BC00D9DF-F858-4149-8B7B-F211D448CEDA}" dt="2026-04-20T12:57:07.869" v="347" actId="20577"/>
        <pc:sldMkLst>
          <pc:docMk/>
          <pc:sldMk cId="1837655919" sldId="265"/>
        </pc:sldMkLst>
        <pc:spChg chg="mod">
          <ac:chgData name="Dragan Javorac" userId="913c2858-fb97-4c6e-a42c-b1f1a16b225e" providerId="ADAL" clId="{BC00D9DF-F858-4149-8B7B-F211D448CEDA}" dt="2026-04-20T12:57:07.869" v="347" actId="20577"/>
          <ac:spMkLst>
            <pc:docMk/>
            <pc:sldMk cId="1837655919" sldId="265"/>
            <ac:spMk id="3" creationId="{571FF7F4-F7D8-791A-E7A2-624CB2211E15}"/>
          </ac:spMkLst>
        </pc:spChg>
      </pc:sldChg>
      <pc:sldChg chg="addSp delSp modSp add mod">
        <pc:chgData name="Dragan Javorac" userId="913c2858-fb97-4c6e-a42c-b1f1a16b225e" providerId="ADAL" clId="{BC00D9DF-F858-4149-8B7B-F211D448CEDA}" dt="2026-04-20T13:00:29.687" v="636" actId="20577"/>
        <pc:sldMkLst>
          <pc:docMk/>
          <pc:sldMk cId="1127631716" sldId="267"/>
        </pc:sldMkLst>
        <pc:spChg chg="mod">
          <ac:chgData name="Dragan Javorac" userId="913c2858-fb97-4c6e-a42c-b1f1a16b225e" providerId="ADAL" clId="{BC00D9DF-F858-4149-8B7B-F211D448CEDA}" dt="2026-04-20T12:58:19.458" v="377" actId="20577"/>
          <ac:spMkLst>
            <pc:docMk/>
            <pc:sldMk cId="1127631716" sldId="267"/>
            <ac:spMk id="2" creationId="{9256CC3B-7E54-B77B-2D53-18D18F997C6B}"/>
          </ac:spMkLst>
        </pc:spChg>
        <pc:spChg chg="mod">
          <ac:chgData name="Dragan Javorac" userId="913c2858-fb97-4c6e-a42c-b1f1a16b225e" providerId="ADAL" clId="{BC00D9DF-F858-4149-8B7B-F211D448CEDA}" dt="2026-04-20T13:00:29.687" v="636" actId="20577"/>
          <ac:spMkLst>
            <pc:docMk/>
            <pc:sldMk cId="1127631716" sldId="267"/>
            <ac:spMk id="3" creationId="{E3C05911-ACB3-D21B-ABF1-C7734711DCF0}"/>
          </ac:spMkLst>
        </pc:spChg>
        <pc:picChg chg="add mod">
          <ac:chgData name="Dragan Javorac" userId="913c2858-fb97-4c6e-a42c-b1f1a16b225e" providerId="ADAL" clId="{BC00D9DF-F858-4149-8B7B-F211D448CEDA}" dt="2026-04-20T12:59:49.769" v="483" actId="1076"/>
          <ac:picMkLst>
            <pc:docMk/>
            <pc:sldMk cId="1127631716" sldId="267"/>
            <ac:picMk id="7" creationId="{E7260878-2AF5-FFBD-85A0-F13913EA30E6}"/>
          </ac:picMkLst>
        </pc:picChg>
      </pc:sldChg>
      <pc:sldChg chg="delSp modSp add mod">
        <pc:chgData name="Dragan Javorac" userId="913c2858-fb97-4c6e-a42c-b1f1a16b225e" providerId="ADAL" clId="{BC00D9DF-F858-4149-8B7B-F211D448CEDA}" dt="2026-04-20T13:07:08.084" v="948" actId="20577"/>
        <pc:sldMkLst>
          <pc:docMk/>
          <pc:sldMk cId="2522837330" sldId="268"/>
        </pc:sldMkLst>
        <pc:spChg chg="mod">
          <ac:chgData name="Dragan Javorac" userId="913c2858-fb97-4c6e-a42c-b1f1a16b225e" providerId="ADAL" clId="{BC00D9DF-F858-4149-8B7B-F211D448CEDA}" dt="2026-04-20T13:00:37.387" v="648" actId="20577"/>
          <ac:spMkLst>
            <pc:docMk/>
            <pc:sldMk cId="2522837330" sldId="268"/>
            <ac:spMk id="2" creationId="{E2DD9071-8678-CAEF-86C3-F8EC58274B4C}"/>
          </ac:spMkLst>
        </pc:spChg>
        <pc:spChg chg="mod">
          <ac:chgData name="Dragan Javorac" userId="913c2858-fb97-4c6e-a42c-b1f1a16b225e" providerId="ADAL" clId="{BC00D9DF-F858-4149-8B7B-F211D448CEDA}" dt="2026-04-20T13:07:08.084" v="948" actId="20577"/>
          <ac:spMkLst>
            <pc:docMk/>
            <pc:sldMk cId="2522837330" sldId="268"/>
            <ac:spMk id="3" creationId="{1213AA78-2526-017B-9164-6030F596CD02}"/>
          </ac:spMkLst>
        </pc:spChg>
      </pc:sldChg>
      <pc:sldChg chg="addSp delSp modSp add mod">
        <pc:chgData name="Dragan Javorac" userId="913c2858-fb97-4c6e-a42c-b1f1a16b225e" providerId="ADAL" clId="{BC00D9DF-F858-4149-8B7B-F211D448CEDA}" dt="2026-04-20T13:02:53.433" v="659" actId="1076"/>
        <pc:sldMkLst>
          <pc:docMk/>
          <pc:sldMk cId="780809917" sldId="269"/>
        </pc:sldMkLst>
        <pc:picChg chg="add mod">
          <ac:chgData name="Dragan Javorac" userId="913c2858-fb97-4c6e-a42c-b1f1a16b225e" providerId="ADAL" clId="{BC00D9DF-F858-4149-8B7B-F211D448CEDA}" dt="2026-04-20T13:02:53.433" v="659" actId="1076"/>
          <ac:picMkLst>
            <pc:docMk/>
            <pc:sldMk cId="780809917" sldId="269"/>
            <ac:picMk id="5" creationId="{BAC3E76A-0EA3-5951-5885-632F43C5F7DE}"/>
          </ac:picMkLst>
        </pc:picChg>
      </pc:sldChg>
      <pc:sldChg chg="modSp add mod">
        <pc:chgData name="Dragan Javorac" userId="913c2858-fb97-4c6e-a42c-b1f1a16b225e" providerId="ADAL" clId="{BC00D9DF-F858-4149-8B7B-F211D448CEDA}" dt="2026-04-20T13:07:51.355" v="1065" actId="20577"/>
        <pc:sldMkLst>
          <pc:docMk/>
          <pc:sldMk cId="218540331" sldId="272"/>
        </pc:sldMkLst>
        <pc:spChg chg="mod">
          <ac:chgData name="Dragan Javorac" userId="913c2858-fb97-4c6e-a42c-b1f1a16b225e" providerId="ADAL" clId="{BC00D9DF-F858-4149-8B7B-F211D448CEDA}" dt="2026-04-20T13:06:38.510" v="875" actId="20577"/>
          <ac:spMkLst>
            <pc:docMk/>
            <pc:sldMk cId="218540331" sldId="272"/>
            <ac:spMk id="2" creationId="{79ACB165-A2D9-F103-EA6F-93584CC5166C}"/>
          </ac:spMkLst>
        </pc:spChg>
        <pc:spChg chg="mod">
          <ac:chgData name="Dragan Javorac" userId="913c2858-fb97-4c6e-a42c-b1f1a16b225e" providerId="ADAL" clId="{BC00D9DF-F858-4149-8B7B-F211D448CEDA}" dt="2026-04-20T13:07:51.355" v="1065" actId="20577"/>
          <ac:spMkLst>
            <pc:docMk/>
            <pc:sldMk cId="218540331" sldId="272"/>
            <ac:spMk id="3" creationId="{18E7F1CB-60BD-BCA2-61ED-D714D805A39C}"/>
          </ac:spMkLst>
        </pc:spChg>
      </pc:sldChg>
      <pc:sldChg chg="addSp delSp modSp add mod">
        <pc:chgData name="Dragan Javorac" userId="913c2858-fb97-4c6e-a42c-b1f1a16b225e" providerId="ADAL" clId="{BC00D9DF-F858-4149-8B7B-F211D448CEDA}" dt="2026-04-20T13:17:18.909" v="1268" actId="14100"/>
        <pc:sldMkLst>
          <pc:docMk/>
          <pc:sldMk cId="3647795254" sldId="273"/>
        </pc:sldMkLst>
        <pc:spChg chg="mod">
          <ac:chgData name="Dragan Javorac" userId="913c2858-fb97-4c6e-a42c-b1f1a16b225e" providerId="ADAL" clId="{BC00D9DF-F858-4149-8B7B-F211D448CEDA}" dt="2026-04-20T13:08:09.616" v="1076" actId="20577"/>
          <ac:spMkLst>
            <pc:docMk/>
            <pc:sldMk cId="3647795254" sldId="273"/>
            <ac:spMk id="2" creationId="{7E8C0935-D721-26CC-F19A-ADFB0868B7EE}"/>
          </ac:spMkLst>
        </pc:spChg>
        <pc:spChg chg="mod">
          <ac:chgData name="Dragan Javorac" userId="913c2858-fb97-4c6e-a42c-b1f1a16b225e" providerId="ADAL" clId="{BC00D9DF-F858-4149-8B7B-F211D448CEDA}" dt="2026-04-20T13:17:18.909" v="1268" actId="14100"/>
          <ac:spMkLst>
            <pc:docMk/>
            <pc:sldMk cId="3647795254" sldId="273"/>
            <ac:spMk id="3" creationId="{F616954B-38AF-4F93-C8D6-513BE0D427F5}"/>
          </ac:spMkLst>
        </pc:spChg>
        <pc:picChg chg="add mod modCrop">
          <ac:chgData name="Dragan Javorac" userId="913c2858-fb97-4c6e-a42c-b1f1a16b225e" providerId="ADAL" clId="{BC00D9DF-F858-4149-8B7B-F211D448CEDA}" dt="2026-04-20T13:16:04.632" v="1167" actId="1076"/>
          <ac:picMkLst>
            <pc:docMk/>
            <pc:sldMk cId="3647795254" sldId="273"/>
            <ac:picMk id="11" creationId="{F58DEADF-634A-AB34-C9D5-CF9A3AC66714}"/>
          </ac:picMkLst>
        </pc:picChg>
        <pc:picChg chg="add mod">
          <ac:chgData name="Dragan Javorac" userId="913c2858-fb97-4c6e-a42c-b1f1a16b225e" providerId="ADAL" clId="{BC00D9DF-F858-4149-8B7B-F211D448CEDA}" dt="2026-04-20T13:16:04.632" v="1167" actId="1076"/>
          <ac:picMkLst>
            <pc:docMk/>
            <pc:sldMk cId="3647795254" sldId="273"/>
            <ac:picMk id="13" creationId="{3B380FD7-FF4E-38BE-6A79-261DD68C8C56}"/>
          </ac:picMkLst>
        </pc:picChg>
      </pc:sldChg>
      <pc:sldChg chg="delSp modSp add mod">
        <pc:chgData name="Dragan Javorac" userId="913c2858-fb97-4c6e-a42c-b1f1a16b225e" providerId="ADAL" clId="{BC00D9DF-F858-4149-8B7B-F211D448CEDA}" dt="2026-04-20T13:17:27.533" v="1272" actId="1076"/>
        <pc:sldMkLst>
          <pc:docMk/>
          <pc:sldMk cId="890829217" sldId="274"/>
        </pc:sldMkLst>
        <pc:spChg chg="mod">
          <ac:chgData name="Dragan Javorac" userId="913c2858-fb97-4c6e-a42c-b1f1a16b225e" providerId="ADAL" clId="{BC00D9DF-F858-4149-8B7B-F211D448CEDA}" dt="2026-04-20T13:16:13.373" v="1178" actId="5793"/>
          <ac:spMkLst>
            <pc:docMk/>
            <pc:sldMk cId="890829217" sldId="274"/>
            <ac:spMk id="3" creationId="{9A9327B7-CE23-0C79-42EC-13223FF1B6DA}"/>
          </ac:spMkLst>
        </pc:spChg>
        <pc:picChg chg="mod">
          <ac:chgData name="Dragan Javorac" userId="913c2858-fb97-4c6e-a42c-b1f1a16b225e" providerId="ADAL" clId="{BC00D9DF-F858-4149-8B7B-F211D448CEDA}" dt="2026-04-20T13:16:15.253" v="1179" actId="1076"/>
          <ac:picMkLst>
            <pc:docMk/>
            <pc:sldMk cId="890829217" sldId="274"/>
            <ac:picMk id="5" creationId="{A33EF12C-3B03-CBD5-3453-A18336D8292F}"/>
          </ac:picMkLst>
        </pc:picChg>
        <pc:picChg chg="mod">
          <ac:chgData name="Dragan Javorac" userId="913c2858-fb97-4c6e-a42c-b1f1a16b225e" providerId="ADAL" clId="{BC00D9DF-F858-4149-8B7B-F211D448CEDA}" dt="2026-04-20T13:17:27.533" v="1272" actId="1076"/>
          <ac:picMkLst>
            <pc:docMk/>
            <pc:sldMk cId="890829217" sldId="274"/>
            <ac:picMk id="7" creationId="{C0AE5A7D-5EA3-0A88-D65B-BBEC957C868D}"/>
          </ac:picMkLst>
        </pc:picChg>
        <pc:picChg chg="mod">
          <ac:chgData name="Dragan Javorac" userId="913c2858-fb97-4c6e-a42c-b1f1a16b225e" providerId="ADAL" clId="{BC00D9DF-F858-4149-8B7B-F211D448CEDA}" dt="2026-04-20T13:17:23.276" v="1269" actId="1076"/>
          <ac:picMkLst>
            <pc:docMk/>
            <pc:sldMk cId="890829217" sldId="274"/>
            <ac:picMk id="9" creationId="{00312B97-5CC5-46E7-127E-A496404F2988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0T13:17:14.665" v="1267" actId="1076"/>
        <pc:sldMkLst>
          <pc:docMk/>
          <pc:sldMk cId="3990401276" sldId="275"/>
        </pc:sldMkLst>
        <pc:spChg chg="mod">
          <ac:chgData name="Dragan Javorac" userId="913c2858-fb97-4c6e-a42c-b1f1a16b225e" providerId="ADAL" clId="{BC00D9DF-F858-4149-8B7B-F211D448CEDA}" dt="2026-04-20T13:16:54.710" v="1221" actId="20577"/>
          <ac:spMkLst>
            <pc:docMk/>
            <pc:sldMk cId="3990401276" sldId="275"/>
            <ac:spMk id="2" creationId="{A99190B3-8225-1DE4-8D53-AEEC9696DAFC}"/>
          </ac:spMkLst>
        </pc:spChg>
        <pc:spChg chg="mod">
          <ac:chgData name="Dragan Javorac" userId="913c2858-fb97-4c6e-a42c-b1f1a16b225e" providerId="ADAL" clId="{BC00D9DF-F858-4149-8B7B-F211D448CEDA}" dt="2026-04-20T13:17:11.552" v="1265" actId="14100"/>
          <ac:spMkLst>
            <pc:docMk/>
            <pc:sldMk cId="3990401276" sldId="275"/>
            <ac:spMk id="3" creationId="{8E537914-FF9D-F740-6D45-2E800B286E0C}"/>
          </ac:spMkLst>
        </pc:spChg>
        <pc:picChg chg="add mod">
          <ac:chgData name="Dragan Javorac" userId="913c2858-fb97-4c6e-a42c-b1f1a16b225e" providerId="ADAL" clId="{BC00D9DF-F858-4149-8B7B-F211D448CEDA}" dt="2026-04-20T13:17:14.665" v="1267" actId="1076"/>
          <ac:picMkLst>
            <pc:docMk/>
            <pc:sldMk cId="3990401276" sldId="275"/>
            <ac:picMk id="5" creationId="{736541C1-5400-65F3-A1B1-8301B27E885C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0T13:18:38.516" v="1309" actId="1076"/>
        <pc:sldMkLst>
          <pc:docMk/>
          <pc:sldMk cId="3138344833" sldId="276"/>
        </pc:sldMkLst>
        <pc:spChg chg="mod">
          <ac:chgData name="Dragan Javorac" userId="913c2858-fb97-4c6e-a42c-b1f1a16b225e" providerId="ADAL" clId="{BC00D9DF-F858-4149-8B7B-F211D448CEDA}" dt="2026-04-20T13:18:19.818" v="1298" actId="20577"/>
          <ac:spMkLst>
            <pc:docMk/>
            <pc:sldMk cId="3138344833" sldId="276"/>
            <ac:spMk id="3" creationId="{E0E8185D-417F-C485-EB41-C5E76E494451}"/>
          </ac:spMkLst>
        </pc:spChg>
        <pc:picChg chg="add mod">
          <ac:chgData name="Dragan Javorac" userId="913c2858-fb97-4c6e-a42c-b1f1a16b225e" providerId="ADAL" clId="{BC00D9DF-F858-4149-8B7B-F211D448CEDA}" dt="2026-04-20T13:18:36.904" v="1308" actId="1076"/>
          <ac:picMkLst>
            <pc:docMk/>
            <pc:sldMk cId="3138344833" sldId="276"/>
            <ac:picMk id="6" creationId="{62D0E468-14F8-F6EB-A104-2059916E4993}"/>
          </ac:picMkLst>
        </pc:picChg>
        <pc:picChg chg="mod">
          <ac:chgData name="Dragan Javorac" userId="913c2858-fb97-4c6e-a42c-b1f1a16b225e" providerId="ADAL" clId="{BC00D9DF-F858-4149-8B7B-F211D448CEDA}" dt="2026-04-20T13:18:05.080" v="1287" actId="1076"/>
          <ac:picMkLst>
            <pc:docMk/>
            <pc:sldMk cId="3138344833" sldId="276"/>
            <ac:picMk id="9" creationId="{DB230C5F-8225-9301-7DD7-8357CAB460D1}"/>
          </ac:picMkLst>
        </pc:picChg>
        <pc:picChg chg="add mod modCrop">
          <ac:chgData name="Dragan Javorac" userId="913c2858-fb97-4c6e-a42c-b1f1a16b225e" providerId="ADAL" clId="{BC00D9DF-F858-4149-8B7B-F211D448CEDA}" dt="2026-04-20T13:18:38.516" v="1309" actId="1076"/>
          <ac:picMkLst>
            <pc:docMk/>
            <pc:sldMk cId="3138344833" sldId="276"/>
            <ac:picMk id="10" creationId="{A02738D0-7A56-F5E0-A4A7-5FD26A369B6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5-07T09:58:55.926" v="1452" actId="14100"/>
        <pc:sldMkLst>
          <pc:docMk/>
          <pc:sldMk cId="1039330640" sldId="277"/>
        </pc:sldMkLst>
        <pc:spChg chg="mod">
          <ac:chgData name="Dragan Javorac" userId="913c2858-fb97-4c6e-a42c-b1f1a16b225e" providerId="ADAL" clId="{BC00D9DF-F858-4149-8B7B-F211D448CEDA}" dt="2026-04-20T14:20:00.374" v="1339" actId="20577"/>
          <ac:spMkLst>
            <pc:docMk/>
            <pc:sldMk cId="1039330640" sldId="277"/>
            <ac:spMk id="2" creationId="{FAF2A692-78E3-882F-D8B1-33931901F659}"/>
          </ac:spMkLst>
        </pc:spChg>
        <pc:spChg chg="mod">
          <ac:chgData name="Dragan Javorac" userId="913c2858-fb97-4c6e-a42c-b1f1a16b225e" providerId="ADAL" clId="{BC00D9DF-F858-4149-8B7B-F211D448CEDA}" dt="2026-05-07T09:58:14.702" v="1448" actId="20577"/>
          <ac:spMkLst>
            <pc:docMk/>
            <pc:sldMk cId="1039330640" sldId="277"/>
            <ac:spMk id="3" creationId="{6D2639E8-D6B9-2C26-7E9C-B98B2FFAD52C}"/>
          </ac:spMkLst>
        </pc:spChg>
        <pc:picChg chg="add mod">
          <ac:chgData name="Dragan Javorac" userId="913c2858-fb97-4c6e-a42c-b1f1a16b225e" providerId="ADAL" clId="{BC00D9DF-F858-4149-8B7B-F211D448CEDA}" dt="2026-05-07T09:58:55.926" v="1452" actId="14100"/>
          <ac:picMkLst>
            <pc:docMk/>
            <pc:sldMk cId="1039330640" sldId="277"/>
            <ac:picMk id="5" creationId="{2B35C14B-EE40-E53C-DCF2-153E05F710B9}"/>
          </ac:picMkLst>
        </pc:picChg>
      </pc:sldChg>
      <pc:sldChg chg="delSp modSp add mod">
        <pc:chgData name="Dragan Javorac" userId="913c2858-fb97-4c6e-a42c-b1f1a16b225e" providerId="ADAL" clId="{BC00D9DF-F858-4149-8B7B-F211D448CEDA}" dt="2026-05-11T06:53:18.717" v="1669" actId="14100"/>
        <pc:sldMkLst>
          <pc:docMk/>
          <pc:sldMk cId="3784629920" sldId="278"/>
        </pc:sldMkLst>
        <pc:spChg chg="mod">
          <ac:chgData name="Dragan Javorac" userId="913c2858-fb97-4c6e-a42c-b1f1a16b225e" providerId="ADAL" clId="{BC00D9DF-F858-4149-8B7B-F211D448CEDA}" dt="2026-05-11T06:16:33.362" v="1492" actId="20577"/>
          <ac:spMkLst>
            <pc:docMk/>
            <pc:sldMk cId="3784629920" sldId="278"/>
            <ac:spMk id="2" creationId="{40A7B55D-529C-13A7-E740-2FAB3FEE61DC}"/>
          </ac:spMkLst>
        </pc:spChg>
        <pc:spChg chg="mod">
          <ac:chgData name="Dragan Javorac" userId="913c2858-fb97-4c6e-a42c-b1f1a16b225e" providerId="ADAL" clId="{BC00D9DF-F858-4149-8B7B-F211D448CEDA}" dt="2026-05-11T06:53:18.717" v="1669" actId="14100"/>
          <ac:spMkLst>
            <pc:docMk/>
            <pc:sldMk cId="3784629920" sldId="278"/>
            <ac:spMk id="3" creationId="{D05685E2-71C0-EBAF-231E-B159B81562D5}"/>
          </ac:spMkLst>
        </pc:spChg>
        <pc:picChg chg="del">
          <ac:chgData name="Dragan Javorac" userId="913c2858-fb97-4c6e-a42c-b1f1a16b225e" providerId="ADAL" clId="{BC00D9DF-F858-4149-8B7B-F211D448CEDA}" dt="2026-05-11T06:16:39.781" v="1493" actId="478"/>
          <ac:picMkLst>
            <pc:docMk/>
            <pc:sldMk cId="3784629920" sldId="278"/>
            <ac:picMk id="5" creationId="{101ABD39-E080-102A-E372-9215E30EC2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ogsen/m8prog_larave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Laravel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Kickoff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9D453-B865-5ED8-1F60-B98883428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940" y="0"/>
            <a:ext cx="430530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Gaan jullie:</a:t>
            </a:r>
          </a:p>
          <a:p>
            <a:pPr lvl="1"/>
            <a:r>
              <a:rPr lang="nl-NL" dirty="0"/>
              <a:t>Composer en </a:t>
            </a:r>
            <a:r>
              <a:rPr lang="nl-NL" dirty="0" err="1"/>
              <a:t>Laravel</a:t>
            </a:r>
            <a:r>
              <a:rPr lang="nl-NL" dirty="0"/>
              <a:t> installeren</a:t>
            </a:r>
          </a:p>
          <a:p>
            <a:pPr lvl="1"/>
            <a:r>
              <a:rPr lang="nl-NL" dirty="0"/>
              <a:t>Een eerste </a:t>
            </a:r>
            <a:r>
              <a:rPr lang="nl-NL" dirty="0" err="1"/>
              <a:t>laravel</a:t>
            </a:r>
            <a:r>
              <a:rPr lang="nl-NL" dirty="0"/>
              <a:t> website maken </a:t>
            </a:r>
          </a:p>
          <a:p>
            <a:pPr lvl="2"/>
            <a:r>
              <a:rPr lang="nl-NL" dirty="0"/>
              <a:t>Hierin werken</a:t>
            </a:r>
          </a:p>
          <a:p>
            <a:pPr lvl="1"/>
            <a:r>
              <a:rPr lang="nl-NL" dirty="0" err="1"/>
              <a:t>Nexed</a:t>
            </a:r>
            <a:r>
              <a:rPr lang="nl-NL" dirty="0"/>
              <a:t> gebruiken om je hier mee te helpen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9F99-DDCA-A1A9-1203-9FDAB89B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Laravel</a:t>
            </a:r>
            <a:r>
              <a:rPr lang="nl-NL" dirty="0"/>
              <a:t> : een </a:t>
            </a:r>
            <a:r>
              <a:rPr lang="nl-NL" dirty="0" err="1"/>
              <a:t>framework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3C589-F9EE-386B-87FD-1D6F9E22C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deze lessenreeks gaan we een </a:t>
            </a:r>
            <a:r>
              <a:rPr lang="nl-NL" dirty="0" err="1"/>
              <a:t>framework</a:t>
            </a:r>
            <a:r>
              <a:rPr lang="nl-NL" dirty="0"/>
              <a:t> gebruiken</a:t>
            </a:r>
          </a:p>
          <a:p>
            <a:endParaRPr lang="nl-NL" dirty="0"/>
          </a:p>
          <a:p>
            <a:r>
              <a:rPr lang="nl-NL" dirty="0"/>
              <a:t>Veel helper classes</a:t>
            </a:r>
          </a:p>
          <a:p>
            <a:pPr lvl="1"/>
            <a:r>
              <a:rPr lang="nl-NL" dirty="0"/>
              <a:t>ORM</a:t>
            </a:r>
          </a:p>
          <a:p>
            <a:pPr lvl="1"/>
            <a:r>
              <a:rPr lang="nl-NL" dirty="0"/>
              <a:t>Template engines (</a:t>
            </a:r>
            <a:r>
              <a:rPr lang="nl-NL" dirty="0" err="1"/>
              <a:t>blade</a:t>
            </a:r>
            <a:r>
              <a:rPr lang="nl-NL"/>
              <a:t>)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494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C8E5-9359-9AF7-05E1-45EB1F74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D1431-9949-F421-C922-3218C344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FE0D-D5EE-A73A-3D04-F5666CB44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/>
              <a:t>Een </a:t>
            </a:r>
            <a:r>
              <a:rPr lang="nl-NL" dirty="0" err="1"/>
              <a:t>dependency</a:t>
            </a:r>
            <a:r>
              <a:rPr lang="nl-NL" dirty="0"/>
              <a:t> manager</a:t>
            </a:r>
          </a:p>
          <a:p>
            <a:endParaRPr lang="nl-NL" dirty="0"/>
          </a:p>
          <a:p>
            <a:pPr lvl="1"/>
            <a:r>
              <a:rPr lang="nl-NL" dirty="0"/>
              <a:t>Haalt code/</a:t>
            </a:r>
            <a:r>
              <a:rPr lang="nl-NL" dirty="0" err="1"/>
              <a:t>libraries</a:t>
            </a:r>
            <a:r>
              <a:rPr lang="nl-NL" dirty="0"/>
              <a:t> op</a:t>
            </a:r>
          </a:p>
          <a:p>
            <a:pPr lvl="1"/>
            <a:r>
              <a:rPr lang="nl-NL" dirty="0"/>
              <a:t>Welke jij (of </a:t>
            </a:r>
            <a:r>
              <a:rPr lang="nl-NL" dirty="0" err="1"/>
              <a:t>laravel</a:t>
            </a:r>
            <a:r>
              <a:rPr lang="nl-NL" dirty="0"/>
              <a:t>) aangeeft</a:t>
            </a:r>
          </a:p>
          <a:p>
            <a:pPr lvl="1"/>
            <a:endParaRPr lang="nl-NL" dirty="0"/>
          </a:p>
          <a:p>
            <a:r>
              <a:rPr lang="nl-NL" dirty="0"/>
              <a:t>Commando:</a:t>
            </a:r>
          </a:p>
          <a:p>
            <a:pPr lvl="1"/>
            <a:r>
              <a:rPr lang="nl-NL" dirty="0"/>
              <a:t>Composer </a:t>
            </a:r>
            <a:r>
              <a:rPr lang="nl-NL" dirty="0" err="1"/>
              <a:t>install</a:t>
            </a:r>
            <a:endParaRPr lang="nl-NL" dirty="0"/>
          </a:p>
          <a:p>
            <a:pPr lvl="1"/>
            <a:endParaRPr lang="nl-NL" dirty="0"/>
          </a:p>
          <a:p>
            <a:pPr lvl="1"/>
            <a:r>
              <a:rPr lang="nl-NL" dirty="0"/>
              <a:t>LET 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D9CC-A0AF-90A4-10EA-9C516327B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2350"/>
            <a:ext cx="56578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6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B7802-95C4-B611-3F8A-84C9EC65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B55D-529C-13A7-E740-2FAB3FEE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Composer </a:t>
            </a:r>
            <a:r>
              <a:rPr lang="nl-NL" dirty="0" err="1"/>
              <a:t>install</a:t>
            </a:r>
            <a:r>
              <a:rPr lang="nl-NL" dirty="0"/>
              <a:t> GOTCHA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685E2-71C0-EBAF-231E-B159B8156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1182" cy="4351338"/>
          </a:xfrm>
        </p:spPr>
        <p:txBody>
          <a:bodyPr/>
          <a:lstStyle/>
          <a:p>
            <a:pPr lvl="1"/>
            <a:r>
              <a:rPr lang="nl-NL" dirty="0"/>
              <a:t>LET OP:</a:t>
            </a:r>
          </a:p>
          <a:p>
            <a:pPr lvl="2"/>
            <a:r>
              <a:rPr lang="nl-NL" dirty="0"/>
              <a:t>Als de composer </a:t>
            </a:r>
            <a:r>
              <a:rPr lang="nl-NL" dirty="0" err="1"/>
              <a:t>installer</a:t>
            </a:r>
            <a:r>
              <a:rPr lang="nl-NL" dirty="0"/>
              <a:t> niet werkt (SSL error/download </a:t>
            </a:r>
            <a:r>
              <a:rPr lang="nl-NL" dirty="0" err="1"/>
              <a:t>erro</a:t>
            </a:r>
            <a:r>
              <a:rPr lang="nl-NL" dirty="0"/>
              <a:t>)</a:t>
            </a:r>
          </a:p>
          <a:p>
            <a:pPr lvl="2"/>
            <a:r>
              <a:rPr lang="nl-NL" dirty="0"/>
              <a:t>Zet even je virus scanner/web beveiliging uit</a:t>
            </a:r>
          </a:p>
          <a:p>
            <a:pPr lvl="2"/>
            <a:r>
              <a:rPr lang="nl-NL" dirty="0" err="1"/>
              <a:t>Avast</a:t>
            </a:r>
            <a:r>
              <a:rPr lang="nl-NL" dirty="0"/>
              <a:t> bijvoorbeeld</a:t>
            </a:r>
          </a:p>
        </p:txBody>
      </p:sp>
    </p:spTree>
    <p:extLst>
      <p:ext uri="{BB962C8B-B14F-4D97-AF65-F5344CB8AC3E}">
        <p14:creationId xmlns:p14="http://schemas.microsoft.com/office/powerpoint/2010/main" val="378462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C60C-5416-6983-D1D5-70D70092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C6AE-FD46-F753-A2EA-9B205448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F7F4-F7D8-791A-E7A2-624CB2211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https://github.com/progsen/m8prog_laravel</a:t>
            </a:r>
            <a:endParaRPr lang="nl-NL" dirty="0"/>
          </a:p>
          <a:p>
            <a:endParaRPr lang="nl-NL" dirty="0"/>
          </a:p>
          <a:p>
            <a:r>
              <a:rPr lang="nl-NL" dirty="0"/>
              <a:t>Hier staat de week planning betreft </a:t>
            </a:r>
            <a:r>
              <a:rPr lang="nl-NL" dirty="0" err="1"/>
              <a:t>nexed</a:t>
            </a:r>
            <a:r>
              <a:rPr lang="nl-NL" dirty="0"/>
              <a:t> + mijn opdrachten</a:t>
            </a:r>
          </a:p>
          <a:p>
            <a:r>
              <a:rPr lang="nl-NL" dirty="0"/>
              <a:t>Je begint elke week hiermee!</a:t>
            </a:r>
          </a:p>
          <a:p>
            <a:endParaRPr lang="nl-NL" dirty="0"/>
          </a:p>
          <a:p>
            <a:r>
              <a:rPr lang="nl-NL" dirty="0"/>
              <a:t>Daar staat je huiswerk!</a:t>
            </a:r>
          </a:p>
        </p:txBody>
      </p:sp>
    </p:spTree>
    <p:extLst>
      <p:ext uri="{BB962C8B-B14F-4D97-AF65-F5344CB8AC3E}">
        <p14:creationId xmlns:p14="http://schemas.microsoft.com/office/powerpoint/2010/main" val="183765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9C3F-1A58-5973-E4F0-348613B1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CC3B-7E54-B77B-2D53-18D18F99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Intro: 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5911-ACB3-D21B-ABF1-C7734711D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Controllers </a:t>
            </a:r>
          </a:p>
          <a:p>
            <a:pPr lvl="1"/>
            <a:r>
              <a:rPr lang="nl-NL" dirty="0"/>
              <a:t>je logica tussen database, </a:t>
            </a:r>
            <a:r>
              <a:rPr lang="nl-NL" dirty="0" err="1"/>
              <a:t>models</a:t>
            </a:r>
            <a:r>
              <a:rPr lang="nl-NL" dirty="0"/>
              <a:t> en view</a:t>
            </a:r>
          </a:p>
          <a:p>
            <a:r>
              <a:rPr lang="nl-NL" dirty="0" err="1"/>
              <a:t>Models</a:t>
            </a:r>
            <a:endParaRPr lang="nl-NL" dirty="0"/>
          </a:p>
          <a:p>
            <a:pPr lvl="1"/>
            <a:r>
              <a:rPr lang="nl-NL" dirty="0"/>
              <a:t>Je data modellen</a:t>
            </a:r>
          </a:p>
          <a:p>
            <a:r>
              <a:rPr lang="nl-NL" dirty="0"/>
              <a:t>Database</a:t>
            </a:r>
          </a:p>
          <a:p>
            <a:pPr lvl="1"/>
            <a:r>
              <a:rPr lang="nl-NL" dirty="0"/>
              <a:t>Je ORM en database setup (komt later)</a:t>
            </a:r>
          </a:p>
          <a:p>
            <a:r>
              <a:rPr lang="nl-NL" dirty="0"/>
              <a:t>Resources</a:t>
            </a:r>
          </a:p>
          <a:p>
            <a:pPr lvl="1"/>
            <a:r>
              <a:rPr lang="nl-NL" dirty="0"/>
              <a:t>Je </a:t>
            </a:r>
            <a:r>
              <a:rPr lang="nl-NL" dirty="0" err="1"/>
              <a:t>compiled</a:t>
            </a:r>
            <a:r>
              <a:rPr lang="nl-NL" dirty="0"/>
              <a:t> </a:t>
            </a:r>
            <a:r>
              <a:rPr lang="nl-NL" dirty="0" err="1"/>
              <a:t>css</a:t>
            </a:r>
            <a:r>
              <a:rPr lang="nl-NL" dirty="0"/>
              <a:t> en views</a:t>
            </a:r>
          </a:p>
          <a:p>
            <a:r>
              <a:rPr lang="nl-NL" dirty="0"/>
              <a:t>Routes</a:t>
            </a:r>
          </a:p>
          <a:p>
            <a:pPr lvl="1"/>
            <a:r>
              <a:rPr lang="nl-NL" dirty="0"/>
              <a:t>Welke </a:t>
            </a:r>
            <a:r>
              <a:rPr lang="nl-NL" dirty="0" err="1"/>
              <a:t>url</a:t>
            </a:r>
            <a:r>
              <a:rPr lang="nl-NL" dirty="0"/>
              <a:t> komt bij welke view of controller?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60878-2AF5-FFBD-85A0-F13913EA3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846" y="18653"/>
            <a:ext cx="3622154" cy="683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3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3CC6-A02F-D161-0C94-262B151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9071-8678-CAEF-86C3-F8EC5827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.</a:t>
            </a:r>
            <a:r>
              <a:rPr lang="nl-NL" dirty="0" err="1"/>
              <a:t>blade.php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AA78-2526-017B-9164-6030F596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Een html pagina, net als </a:t>
            </a:r>
            <a:r>
              <a:rPr lang="nl-NL" dirty="0" err="1"/>
              <a:t>php</a:t>
            </a:r>
            <a:endParaRPr lang="nl-NL" dirty="0"/>
          </a:p>
          <a:p>
            <a:pPr lvl="1"/>
            <a:r>
              <a:rPr lang="nl-NL" dirty="0"/>
              <a:t>Dus met </a:t>
            </a:r>
            <a:r>
              <a:rPr lang="nl-NL" dirty="0" err="1"/>
              <a:t>php</a:t>
            </a:r>
            <a:r>
              <a:rPr lang="nl-NL" dirty="0"/>
              <a:t> logica</a:t>
            </a:r>
          </a:p>
          <a:p>
            <a:r>
              <a:rPr lang="nl-NL" dirty="0"/>
              <a:t>Kan ook erven of een deel component zijn</a:t>
            </a:r>
          </a:p>
          <a:p>
            <a:pPr lvl="1"/>
            <a:r>
              <a:rPr lang="nl-NL" dirty="0"/>
              <a:t>Dus bv alleen een login form</a:t>
            </a:r>
          </a:p>
          <a:p>
            <a:pPr lvl="1"/>
            <a:endParaRPr lang="nl-NL" dirty="0"/>
          </a:p>
          <a:p>
            <a:r>
              <a:rPr lang="nl-NL" dirty="0"/>
              <a:t>Geen </a:t>
            </a:r>
            <a:r>
              <a:rPr lang="nl-NL" dirty="0" err="1"/>
              <a:t>includes</a:t>
            </a:r>
            <a:r>
              <a:rPr lang="nl-NL" dirty="0"/>
              <a:t> maar andere vorm </a:t>
            </a:r>
          </a:p>
          <a:p>
            <a:pPr lvl="1"/>
            <a:r>
              <a:rPr lang="nl-NL" dirty="0"/>
              <a:t>&lt;x-mijn-component&gt;</a:t>
            </a:r>
          </a:p>
          <a:p>
            <a:pPr lvl="1"/>
            <a:r>
              <a:rPr lang="nl-NL" dirty="0"/>
              <a:t>&lt;x-app-</a:t>
            </a:r>
            <a:r>
              <a:rPr lang="nl-NL" dirty="0" err="1"/>
              <a:t>layout</a:t>
            </a:r>
            <a:r>
              <a:rPr lang="nl-NL" dirty="0"/>
              <a:t>&gt;</a:t>
            </a:r>
          </a:p>
          <a:p>
            <a:r>
              <a:rPr lang="nl-NL" dirty="0" err="1"/>
              <a:t>Compiled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283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1EFE-76BB-3285-2589-61BC9557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C3E76A-0EA3-5951-5885-632F43C5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771"/>
            <a:ext cx="13313149" cy="670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09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CB33-43BE-EDF1-1A9E-034E28C6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B165-A2D9-F103-EA6F-93584CC5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@@@@@@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7F1CB-60BD-BCA2-61ED-D714D805A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In de </a:t>
            </a:r>
            <a:r>
              <a:rPr lang="nl-NL" dirty="0" err="1"/>
              <a:t>blade</a:t>
            </a:r>
            <a:r>
              <a:rPr lang="nl-NL" dirty="0"/>
              <a:t> zie je veel @for @if </a:t>
            </a:r>
            <a:r>
              <a:rPr lang="nl-NL" dirty="0" err="1"/>
              <a:t>etc</a:t>
            </a:r>
            <a:endParaRPr lang="nl-NL" dirty="0"/>
          </a:p>
          <a:p>
            <a:endParaRPr lang="nl-NL" dirty="0"/>
          </a:p>
          <a:p>
            <a:r>
              <a:rPr lang="nl-NL" dirty="0"/>
              <a:t>Dit wordt gewoon een &lt;?</a:t>
            </a:r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….</a:t>
            </a:r>
          </a:p>
          <a:p>
            <a:endParaRPr lang="nl-NL" dirty="0"/>
          </a:p>
          <a:p>
            <a:r>
              <a:rPr lang="nl-NL" dirty="0"/>
              <a:t>Maar is:</a:t>
            </a:r>
          </a:p>
          <a:p>
            <a:pPr lvl="1"/>
            <a:r>
              <a:rPr lang="nl-NL" dirty="0"/>
              <a:t>snelle typen</a:t>
            </a:r>
          </a:p>
          <a:p>
            <a:pPr lvl="1"/>
            <a:r>
              <a:rPr lang="nl-NL" dirty="0"/>
              <a:t>cleaner om te zien</a:t>
            </a:r>
          </a:p>
          <a:p>
            <a:endParaRPr lang="nl-NL" dirty="0"/>
          </a:p>
          <a:p>
            <a:r>
              <a:rPr lang="nl-NL" dirty="0"/>
              <a:t>Syntax Sugar ^^</a:t>
            </a:r>
          </a:p>
        </p:txBody>
      </p:sp>
    </p:spTree>
    <p:extLst>
      <p:ext uri="{BB962C8B-B14F-4D97-AF65-F5344CB8AC3E}">
        <p14:creationId xmlns:p14="http://schemas.microsoft.com/office/powerpoint/2010/main" val="218540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822C-E8FA-9692-E1A0-E0A665EA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C0935-D721-26CC-F19A-ADFB0868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Echo? {{}}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54B-38AF-4F93-C8D6-513BE0D4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8901"/>
          </a:xfrm>
        </p:spPr>
        <p:txBody>
          <a:bodyPr>
            <a:normAutofit/>
          </a:bodyPr>
          <a:lstStyle/>
          <a:p>
            <a:r>
              <a:rPr lang="nl-NL" dirty="0"/>
              <a:t>Gebruik geen echo maar de </a:t>
            </a:r>
            <a:r>
              <a:rPr lang="nl-NL" dirty="0" err="1"/>
              <a:t>blade</a:t>
            </a:r>
            <a:r>
              <a:rPr lang="nl-NL" dirty="0"/>
              <a:t> variant:</a:t>
            </a:r>
          </a:p>
          <a:p>
            <a:pPr lvl="1"/>
            <a:r>
              <a:rPr lang="nl-NL" dirty="0"/>
              <a:t>{{ je output}}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8DEADF-634A-AB34-C9D5-CF9A3AC6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9" r="7708" b="5325"/>
          <a:stretch>
            <a:fillRect/>
          </a:stretch>
        </p:blipFill>
        <p:spPr>
          <a:xfrm>
            <a:off x="4062490" y="2884526"/>
            <a:ext cx="8129510" cy="2233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380FD7-FF4E-38BE-6A79-261DD68C8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700" y="5070525"/>
            <a:ext cx="9973300" cy="178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5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B1E8-A33B-5AD0-D92A-BFD891C9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90B3-8225-1DE4-8D53-AEEC9696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{{}} voorbeeld met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37914-FF9D-F740-6D45-2E800B28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9590" cy="797654"/>
          </a:xfrm>
        </p:spPr>
        <p:txBody>
          <a:bodyPr>
            <a:normAutofit/>
          </a:bodyPr>
          <a:lstStyle/>
          <a:p>
            <a:r>
              <a:rPr lang="nl-NL" dirty="0"/>
              <a:t>Straks voor je database ^^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541C1-5400-65F3-A1B1-8301B27E8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6" y="3017566"/>
            <a:ext cx="11800608" cy="38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01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9F33-DD97-579D-53D0-1DC15AD7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9468-C156-2005-D9B9-96081A2D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Echo? {{}}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327B7-CE23-0C79-42EC-13223FF1B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Waarom?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EF12C-3B03-CBD5-3453-A18336D82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87" y="2570558"/>
            <a:ext cx="9142391" cy="1716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AE5A7D-5EA3-0A88-D65B-BBEC957C8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51" y="4949154"/>
            <a:ext cx="6834338" cy="1543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312B97-5CC5-46E7-127E-A496404F2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001" y="4431657"/>
            <a:ext cx="39243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29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B9007-BF14-E1A1-0ED7-2D29573F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7857-11BB-B6C7-46F2-D7D55B73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Echo? {{}}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8185D-417F-C485-EB41-C5E76E494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Wel: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Niet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30C5F-8225-9301-7DD7-8357CAB46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910" y="2599656"/>
            <a:ext cx="3924300" cy="2000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D0E468-14F8-F6EB-A104-2059916E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27" y="2588464"/>
            <a:ext cx="7039809" cy="1325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2738D0-7A56-F5E0-A4A7-5FD26A369B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76" t="2429" r="10315" b="-2429"/>
          <a:stretch>
            <a:fillRect/>
          </a:stretch>
        </p:blipFill>
        <p:spPr>
          <a:xfrm>
            <a:off x="708827" y="5497682"/>
            <a:ext cx="7659974" cy="135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44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rId2"/>
            </a:endParaRP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</a:t>
            </a: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C14B-EE40-E53C-DCF2-153E05F71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355" y="2263366"/>
            <a:ext cx="4981774" cy="394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30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326</TotalTime>
  <Words>314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Laravel</vt:lpstr>
      <vt:lpstr>Deze les</vt:lpstr>
      <vt:lpstr>Laravel : een framework</vt:lpstr>
      <vt:lpstr>Composer</vt:lpstr>
      <vt:lpstr>Composer install GOTCHA</vt:lpstr>
      <vt:lpstr>Opdrachten site</vt:lpstr>
      <vt:lpstr>Intro: directories</vt:lpstr>
      <vt:lpstr>.blade.php?</vt:lpstr>
      <vt:lpstr>PowerPoint Presentation</vt:lpstr>
      <vt:lpstr>@@@@@@</vt:lpstr>
      <vt:lpstr>Echo? {{}}</vt:lpstr>
      <vt:lpstr>{{}} voorbeeld met class</vt:lpstr>
      <vt:lpstr>Echo? {{}}</vt:lpstr>
      <vt:lpstr>Echo? {{}}</vt:lpstr>
      <vt:lpstr>Week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14</cp:revision>
  <dcterms:created xsi:type="dcterms:W3CDTF">2026-01-26T11:26:42Z</dcterms:created>
  <dcterms:modified xsi:type="dcterms:W3CDTF">2026-05-11T06:53:18Z</dcterms:modified>
</cp:coreProperties>
</file>