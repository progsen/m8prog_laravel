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7" r:id="rId4"/>
    <p:sldId id="292" r:id="rId5"/>
    <p:sldId id="288" r:id="rId6"/>
    <p:sldId id="289" r:id="rId7"/>
    <p:sldId id="290" r:id="rId8"/>
    <p:sldId id="291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F20D3-CD2A-4DDC-A262-9275697B7334}" v="3" dt="2026-04-21T09:59:21.612"/>
    <p1510:client id="{499BEBEA-BBE0-44F3-9C90-FC4681E62C52}" v="5" dt="2026-04-21T06:31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1T10:00:45.351" v="1739" actId="27636"/>
      <pc:docMkLst>
        <pc:docMk/>
      </pc:docMkLst>
      <pc:sldChg chg="modSp mod">
        <pc:chgData name="Dragan Javorac" userId="913c2858-fb97-4c6e-a42c-b1f1a16b225e" providerId="ADAL" clId="{BC00D9DF-F858-4149-8B7B-F211D448CEDA}" dt="2026-04-21T09:55:36.020" v="1560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1T09:55:36.020" v="1560" actId="20577"/>
          <ac:spMkLst>
            <pc:docMk/>
            <pc:sldMk cId="1675132989" sldId="256"/>
            <ac:spMk id="2" creationId="{2DE44B35-1FE4-9587-2810-66AD4B1C8B85}"/>
          </ac:spMkLst>
        </pc:spChg>
        <pc:spChg chg="mod">
          <ac:chgData name="Dragan Javorac" userId="913c2858-fb97-4c6e-a42c-b1f1a16b225e" providerId="ADAL" clId="{BC00D9DF-F858-4149-8B7B-F211D448CEDA}" dt="2026-04-21T06:30:51.987" v="1548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modSp mod">
        <pc:chgData name="Dragan Javorac" userId="913c2858-fb97-4c6e-a42c-b1f1a16b225e" providerId="ADAL" clId="{BC00D9DF-F858-4149-8B7B-F211D448CEDA}" dt="2026-04-21T09:57:15.789" v="1636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1T09:57:15.789" v="1636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modSp mod">
        <pc:chgData name="Dragan Javorac" userId="913c2858-fb97-4c6e-a42c-b1f1a16b225e" providerId="ADAL" clId="{BC00D9DF-F858-4149-8B7B-F211D448CEDA}" dt="2026-04-21T06:31:29.225" v="1551" actId="1076"/>
        <pc:sldMkLst>
          <pc:docMk/>
          <pc:sldMk cId="2958205250" sldId="268"/>
        </pc:sldMkLst>
        <pc:spChg chg="mod">
          <ac:chgData name="Dragan Javorac" userId="913c2858-fb97-4c6e-a42c-b1f1a16b225e" providerId="ADAL" clId="{BC00D9DF-F858-4149-8B7B-F211D448CEDA}" dt="2026-04-21T06:31:26.373" v="1550"/>
          <ac:spMkLst>
            <pc:docMk/>
            <pc:sldMk cId="2958205250" sldId="268"/>
            <ac:spMk id="3" creationId="{7B345680-E440-469E-1742-6BF0A39AA215}"/>
          </ac:spMkLst>
        </pc:spChg>
        <pc:picChg chg="mod">
          <ac:chgData name="Dragan Javorac" userId="913c2858-fb97-4c6e-a42c-b1f1a16b225e" providerId="ADAL" clId="{BC00D9DF-F858-4149-8B7B-F211D448CEDA}" dt="2026-04-21T06:31:29.225" v="1551" actId="1076"/>
          <ac:picMkLst>
            <pc:docMk/>
            <pc:sldMk cId="2958205250" sldId="268"/>
            <ac:picMk id="6" creationId="{2A45DB95-66C0-0C2A-EACC-E9DA05A50BD2}"/>
          </ac:picMkLst>
        </pc:picChg>
      </pc:sldChg>
      <pc:sldChg chg="modSp add mod">
        <pc:chgData name="Dragan Javorac" userId="913c2858-fb97-4c6e-a42c-b1f1a16b225e" providerId="ADAL" clId="{BC00D9DF-F858-4149-8B7B-F211D448CEDA}" dt="2026-04-21T06:30:17.951" v="1524" actId="20577"/>
        <pc:sldMkLst>
          <pc:docMk/>
          <pc:sldMk cId="2424861610" sldId="275"/>
        </pc:sldMkLst>
        <pc:spChg chg="mod">
          <ac:chgData name="Dragan Javorac" userId="913c2858-fb97-4c6e-a42c-b1f1a16b225e" providerId="ADAL" clId="{BC00D9DF-F858-4149-8B7B-F211D448CEDA}" dt="2026-04-21T06:29:55.409" v="1518" actId="20577"/>
          <ac:spMkLst>
            <pc:docMk/>
            <pc:sldMk cId="2424861610" sldId="275"/>
            <ac:spMk id="2" creationId="{801A5BE9-3267-3F45-1242-0020BF8BDEB8}"/>
          </ac:spMkLst>
        </pc:spChg>
        <pc:spChg chg="mod">
          <ac:chgData name="Dragan Javorac" userId="913c2858-fb97-4c6e-a42c-b1f1a16b225e" providerId="ADAL" clId="{BC00D9DF-F858-4149-8B7B-F211D448CEDA}" dt="2026-04-21T06:30:17.951" v="1524" actId="20577"/>
          <ac:spMkLst>
            <pc:docMk/>
            <pc:sldMk cId="2424861610" sldId="275"/>
            <ac:spMk id="3" creationId="{ACB7769B-FA93-ED61-F939-9353ABC102FB}"/>
          </ac:spMkLst>
        </pc:spChg>
      </pc:sldChg>
      <pc:sldChg chg="del">
        <pc:chgData name="Dragan Javorac" userId="913c2858-fb97-4c6e-a42c-b1f1a16b225e" providerId="ADAL" clId="{BC00D9DF-F858-4149-8B7B-F211D448CEDA}" dt="2026-04-21T09:55:41.931" v="1561" actId="47"/>
        <pc:sldMkLst>
          <pc:docMk/>
          <pc:sldMk cId="3586292710" sldId="280"/>
        </pc:sldMkLst>
      </pc:sldChg>
      <pc:sldChg chg="del">
        <pc:chgData name="Dragan Javorac" userId="913c2858-fb97-4c6e-a42c-b1f1a16b225e" providerId="ADAL" clId="{BC00D9DF-F858-4149-8B7B-F211D448CEDA}" dt="2026-04-21T09:55:41.931" v="1561" actId="47"/>
        <pc:sldMkLst>
          <pc:docMk/>
          <pc:sldMk cId="1411519392" sldId="281"/>
        </pc:sldMkLst>
      </pc:sldChg>
      <pc:sldChg chg="del">
        <pc:chgData name="Dragan Javorac" userId="913c2858-fb97-4c6e-a42c-b1f1a16b225e" providerId="ADAL" clId="{BC00D9DF-F858-4149-8B7B-F211D448CEDA}" dt="2026-04-21T09:55:41.931" v="1561" actId="47"/>
        <pc:sldMkLst>
          <pc:docMk/>
          <pc:sldMk cId="2077071136" sldId="282"/>
        </pc:sldMkLst>
      </pc:sldChg>
      <pc:sldChg chg="del">
        <pc:chgData name="Dragan Javorac" userId="913c2858-fb97-4c6e-a42c-b1f1a16b225e" providerId="ADAL" clId="{BC00D9DF-F858-4149-8B7B-F211D448CEDA}" dt="2026-04-21T09:55:41.931" v="1561" actId="47"/>
        <pc:sldMkLst>
          <pc:docMk/>
          <pc:sldMk cId="1360799873" sldId="283"/>
        </pc:sldMkLst>
      </pc:sldChg>
      <pc:sldChg chg="del">
        <pc:chgData name="Dragan Javorac" userId="913c2858-fb97-4c6e-a42c-b1f1a16b225e" providerId="ADAL" clId="{BC00D9DF-F858-4149-8B7B-F211D448CEDA}" dt="2026-04-21T09:55:41.931" v="1561" actId="47"/>
        <pc:sldMkLst>
          <pc:docMk/>
          <pc:sldMk cId="2050240788" sldId="284"/>
        </pc:sldMkLst>
      </pc:sldChg>
      <pc:sldChg chg="del">
        <pc:chgData name="Dragan Javorac" userId="913c2858-fb97-4c6e-a42c-b1f1a16b225e" providerId="ADAL" clId="{BC00D9DF-F858-4149-8B7B-F211D448CEDA}" dt="2026-04-21T09:55:41.931" v="1561" actId="47"/>
        <pc:sldMkLst>
          <pc:docMk/>
          <pc:sldMk cId="3592729687" sldId="285"/>
        </pc:sldMkLst>
      </pc:sldChg>
      <pc:sldChg chg="del">
        <pc:chgData name="Dragan Javorac" userId="913c2858-fb97-4c6e-a42c-b1f1a16b225e" providerId="ADAL" clId="{BC00D9DF-F858-4149-8B7B-F211D448CEDA}" dt="2026-04-21T09:55:41.931" v="1561" actId="47"/>
        <pc:sldMkLst>
          <pc:docMk/>
          <pc:sldMk cId="2206267013" sldId="286"/>
        </pc:sldMkLst>
      </pc:sldChg>
      <pc:sldChg chg="addSp delSp modSp add mod">
        <pc:chgData name="Dragan Javorac" userId="913c2858-fb97-4c6e-a42c-b1f1a16b225e" providerId="ADAL" clId="{BC00D9DF-F858-4149-8B7B-F211D448CEDA}" dt="2026-04-21T10:00:45.351" v="1739" actId="27636"/>
        <pc:sldMkLst>
          <pc:docMk/>
          <pc:sldMk cId="2418288690" sldId="292"/>
        </pc:sldMkLst>
        <pc:spChg chg="mod">
          <ac:chgData name="Dragan Javorac" userId="913c2858-fb97-4c6e-a42c-b1f1a16b225e" providerId="ADAL" clId="{BC00D9DF-F858-4149-8B7B-F211D448CEDA}" dt="2026-04-21T10:00:45.351" v="1739" actId="27636"/>
          <ac:spMkLst>
            <pc:docMk/>
            <pc:sldMk cId="2418288690" sldId="292"/>
            <ac:spMk id="3" creationId="{5071A081-6716-ADE8-7809-24F1F95853FD}"/>
          </ac:spMkLst>
        </pc:spChg>
        <pc:picChg chg="add mod">
          <ac:chgData name="Dragan Javorac" userId="913c2858-fb97-4c6e-a42c-b1f1a16b225e" providerId="ADAL" clId="{BC00D9DF-F858-4149-8B7B-F211D448CEDA}" dt="2026-04-21T10:00:36.663" v="1737" actId="1076"/>
          <ac:picMkLst>
            <pc:docMk/>
            <pc:sldMk cId="2418288690" sldId="292"/>
            <ac:picMk id="4" creationId="{F47B1A7C-2528-65C5-C354-4057CFB7412D}"/>
          </ac:picMkLst>
        </pc:picChg>
        <pc:picChg chg="del">
          <ac:chgData name="Dragan Javorac" userId="913c2858-fb97-4c6e-a42c-b1f1a16b225e" providerId="ADAL" clId="{BC00D9DF-F858-4149-8B7B-F211D448CEDA}" dt="2026-04-21T09:59:08.687" v="1646" actId="478"/>
          <ac:picMkLst>
            <pc:docMk/>
            <pc:sldMk cId="2418288690" sldId="292"/>
            <ac:picMk id="6" creationId="{6FAC7803-990B-E054-0602-8F67C434890D}"/>
          </ac:picMkLst>
        </pc:picChg>
        <pc:picChg chg="add mod">
          <ac:chgData name="Dragan Javorac" userId="913c2858-fb97-4c6e-a42c-b1f1a16b225e" providerId="ADAL" clId="{BC00D9DF-F858-4149-8B7B-F211D448CEDA}" dt="2026-04-21T10:00:35.714" v="1736" actId="1076"/>
          <ac:picMkLst>
            <pc:docMk/>
            <pc:sldMk cId="2418288690" sldId="292"/>
            <ac:picMk id="7" creationId="{B40F11F9-42CA-98E4-2DEF-1DD53E4C2856}"/>
          </ac:picMkLst>
        </pc:picChg>
        <pc:picChg chg="del">
          <ac:chgData name="Dragan Javorac" userId="913c2858-fb97-4c6e-a42c-b1f1a16b225e" providerId="ADAL" clId="{BC00D9DF-F858-4149-8B7B-F211D448CEDA}" dt="2026-04-21T09:59:10.143" v="1647" actId="478"/>
          <ac:picMkLst>
            <pc:docMk/>
            <pc:sldMk cId="2418288690" sldId="292"/>
            <ac:picMk id="8" creationId="{94D9A012-D7F3-AB92-BAE4-2A2D4A1C2FEE}"/>
          </ac:picMkLst>
        </pc:picChg>
      </pc:sldChg>
      <pc:sldChg chg="modSp add del mod">
        <pc:chgData name="Dragan Javorac" userId="913c2858-fb97-4c6e-a42c-b1f1a16b225e" providerId="ADAL" clId="{BC00D9DF-F858-4149-8B7B-F211D448CEDA}" dt="2026-04-21T09:59:02.500" v="1644" actId="2696"/>
        <pc:sldMkLst>
          <pc:docMk/>
          <pc:sldMk cId="2492392564" sldId="292"/>
        </pc:sldMkLst>
        <pc:spChg chg="mod">
          <ac:chgData name="Dragan Javorac" userId="913c2858-fb97-4c6e-a42c-b1f1a16b225e" providerId="ADAL" clId="{BC00D9DF-F858-4149-8B7B-F211D448CEDA}" dt="2026-04-21T09:58:45.681" v="1643" actId="20577"/>
          <ac:spMkLst>
            <pc:docMk/>
            <pc:sldMk cId="2492392564" sldId="292"/>
            <ac:spMk id="2" creationId="{31139CA5-0435-1D4C-2609-A400AA52CB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21-4-2026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Selecting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Code first</a:t>
            </a:r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tabel data via het </a:t>
            </a:r>
            <a:r>
              <a:rPr lang="nl-NL" dirty="0" err="1"/>
              <a:t>laravel</a:t>
            </a:r>
            <a:r>
              <a:rPr lang="nl-NL" dirty="0"/>
              <a:t> </a:t>
            </a:r>
            <a:r>
              <a:rPr lang="nl-NL" dirty="0" err="1"/>
              <a:t>framework</a:t>
            </a:r>
            <a:r>
              <a:rPr lang="nl-NL" dirty="0"/>
              <a:t> ophalen en tonen</a:t>
            </a:r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3A3A-0B4E-DA73-6D3B-8730CECB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6F37-4CFB-D0D1-92F1-0C078200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Select </a:t>
            </a:r>
            <a:r>
              <a:rPr lang="nl-NL" dirty="0" err="1"/>
              <a:t>all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783D4-7111-4CC9-75D6-547CDFAFB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68319" cy="4667249"/>
          </a:xfrm>
        </p:spPr>
        <p:txBody>
          <a:bodyPr>
            <a:normAutofit/>
          </a:bodyPr>
          <a:lstStyle/>
          <a:p>
            <a:r>
              <a:rPr lang="en-US" dirty="0"/>
              <a:t>Voor de games:</a:t>
            </a:r>
          </a:p>
          <a:p>
            <a:pPr lvl="1"/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gamecontroller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Game::all</a:t>
            </a:r>
          </a:p>
          <a:p>
            <a:pPr lvl="1"/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B37DD6-BD02-54C4-5F09-6C34A836E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710" y="1094281"/>
            <a:ext cx="6677947" cy="539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2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E0FE7-9EC5-4941-254B-B24517B8B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39CA5-0435-1D4C-2609-A400AA52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1A081-6716-ADE8-7809-24F1F9585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2276" cy="2375183"/>
          </a:xfrm>
        </p:spPr>
        <p:txBody>
          <a:bodyPr>
            <a:normAutofit/>
          </a:bodyPr>
          <a:lstStyle/>
          <a:p>
            <a:r>
              <a:rPr lang="en-US" dirty="0"/>
              <a:t>Je </a:t>
            </a:r>
            <a:r>
              <a:rPr lang="en-US" dirty="0" err="1"/>
              <a:t>geeft</a:t>
            </a:r>
            <a:r>
              <a:rPr lang="en-US" dirty="0"/>
              <a:t> de data door</a:t>
            </a:r>
          </a:p>
          <a:p>
            <a:pPr lvl="1"/>
            <a:r>
              <a:rPr lang="en-US" dirty="0"/>
              <a:t>Als $items in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geval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In je view </a:t>
            </a:r>
            <a:r>
              <a:rPr lang="en-US" dirty="0" err="1"/>
              <a:t>heet</a:t>
            </a:r>
            <a:r>
              <a:rPr lang="en-US" dirty="0"/>
              <a:t> die </a:t>
            </a:r>
            <a:r>
              <a:rPr lang="en-US" dirty="0" err="1"/>
              <a:t>ook</a:t>
            </a:r>
            <a:r>
              <a:rPr lang="en-US" dirty="0"/>
              <a:t> items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B1A7C-2528-65C5-C354-4057CFB74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053" y="1094281"/>
            <a:ext cx="6677947" cy="5398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0F11F9-42CA-98E4-2DEF-1DD53E4C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0528"/>
            <a:ext cx="5292828" cy="221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8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E77E-5FB3-8471-514B-8232BCC10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C54C-FB7C-9960-690D-F87B375D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Met Genres?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08ECC-25CD-F9B4-D890-FB9C9C599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1097457"/>
          </a:xfrm>
        </p:spPr>
        <p:txBody>
          <a:bodyPr>
            <a:normAutofit/>
          </a:bodyPr>
          <a:lstStyle/>
          <a:p>
            <a:r>
              <a:rPr lang="en-US" dirty="0"/>
              <a:t>Je Model </a:t>
            </a:r>
            <a:r>
              <a:rPr lang="en-US" dirty="0" err="1"/>
              <a:t>aanpassen</a:t>
            </a:r>
            <a:endParaRPr lang="en-US" dirty="0"/>
          </a:p>
          <a:p>
            <a:pPr lvl="1"/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62DDD-50F8-16DF-72F5-6DC4025B1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69" y="2610944"/>
            <a:ext cx="9589119" cy="411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8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230E8-D12A-9D7F-8B6A-2E2D7520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A904-4F83-9901-5E0D-DBE8F2DC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Hoe kom je 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CACF-3FB3-CA22-5B62-CECEB881C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4800027"/>
          </a:xfrm>
        </p:spPr>
        <p:txBody>
          <a:bodyPr>
            <a:normAutofit/>
          </a:bodyPr>
          <a:lstStyle/>
          <a:p>
            <a:r>
              <a:rPr lang="en-US" dirty="0" err="1"/>
              <a:t>Niet</a:t>
            </a:r>
            <a:r>
              <a:rPr lang="en-US" dirty="0"/>
              <a:t> $game-&gt;</a:t>
            </a:r>
            <a:r>
              <a:rPr lang="en-US" dirty="0" err="1"/>
              <a:t>gameGenre</a:t>
            </a:r>
            <a:r>
              <a:rPr lang="en-US" dirty="0"/>
              <a:t>()-&gt;</a:t>
            </a:r>
            <a:r>
              <a:rPr lang="en-US" dirty="0" err="1"/>
              <a:t>genrename</a:t>
            </a:r>
            <a:endParaRPr lang="en-US" dirty="0"/>
          </a:p>
          <a:p>
            <a:r>
              <a:rPr lang="en-US" dirty="0"/>
              <a:t>Maar $game-&gt;</a:t>
            </a:r>
            <a:r>
              <a:rPr lang="en-US" dirty="0" err="1"/>
              <a:t>gameGenre</a:t>
            </a:r>
            <a:r>
              <a:rPr lang="en-US" dirty="0"/>
              <a:t>-&gt;</a:t>
            </a:r>
            <a:r>
              <a:rPr lang="en-US" dirty="0" err="1"/>
              <a:t>genrename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Heeft</a:t>
            </a:r>
            <a:r>
              <a:rPr lang="en-US" dirty="0"/>
              <a:t> met eloquent te </a:t>
            </a:r>
            <a:r>
              <a:rPr lang="en-US" dirty="0" err="1"/>
              <a:t>maken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1F68D-DF7D-51BF-777E-F5EC4FA8F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58" y="4030766"/>
            <a:ext cx="8213126" cy="248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51C-A1B3-8733-B305-C21DBC19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5E1E-CB63-19BA-E484-1BC4B858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All</a:t>
            </a:r>
            <a:r>
              <a:rPr lang="nl-NL" dirty="0"/>
              <a:t>()?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C7EA9-24A3-ED42-CEE9-9B8AE7E6B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1097457"/>
          </a:xfrm>
        </p:spPr>
        <p:txBody>
          <a:bodyPr>
            <a:normAutofit/>
          </a:bodyPr>
          <a:lstStyle/>
          <a:p>
            <a:r>
              <a:rPr lang="en-US" dirty="0"/>
              <a:t>Kan</a:t>
            </a:r>
          </a:p>
          <a:p>
            <a:pPr lvl="1"/>
            <a:r>
              <a:rPr lang="en-US" dirty="0"/>
              <a:t>Maar dan </a:t>
            </a:r>
            <a:r>
              <a:rPr lang="en-US" dirty="0" err="1"/>
              <a:t>geen</a:t>
            </a:r>
            <a:r>
              <a:rPr lang="en-US" dirty="0"/>
              <a:t> join </a:t>
            </a:r>
            <a:r>
              <a:rPr lang="en-US" dirty="0" err="1"/>
              <a:t>meer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select later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CAED8-4642-DCEF-BC2F-CC5A1EB0B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944" y="3058019"/>
            <a:ext cx="6220918" cy="348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66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CC67-282B-6194-0AB6-D840194D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7518-F217-311C-2B48-D86CE00E5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Oplossing: WITH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36147-A3C4-48C9-34FE-AC6C4791E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1097457"/>
          </a:xfrm>
        </p:spPr>
        <p:txBody>
          <a:bodyPr>
            <a:normAutofit/>
          </a:bodyPr>
          <a:lstStyle/>
          <a:p>
            <a:r>
              <a:rPr lang="en-US" dirty="0"/>
              <a:t>Let op je casing!</a:t>
            </a:r>
          </a:p>
          <a:p>
            <a:r>
              <a:rPr lang="en-US" dirty="0"/>
              <a:t>Geen join,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je </a:t>
            </a:r>
            <a:r>
              <a:rPr lang="en-US" dirty="0" err="1"/>
              <a:t>afdwingen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je </a:t>
            </a:r>
            <a:r>
              <a:rPr lang="en-US" dirty="0" err="1"/>
              <a:t>wil</a:t>
            </a:r>
            <a:r>
              <a:rPr lang="en-US" dirty="0"/>
              <a:t> maar </a:t>
            </a:r>
            <a:r>
              <a:rPr lang="en-US" dirty="0" err="1"/>
              <a:t>dit</a:t>
            </a:r>
            <a:r>
              <a:rPr lang="en-US" dirty="0"/>
              <a:t> is Laravel ok ^^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0A5A73-F0F9-A2C2-5B86-499976BEC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941" y="3058018"/>
            <a:ext cx="9920629" cy="1918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D7BC1F-1F9D-0FE1-1FB0-6B07002EF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940" y="5111669"/>
            <a:ext cx="9352223" cy="159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9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111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Selecting</vt:lpstr>
      <vt:lpstr>Deze les</vt:lpstr>
      <vt:lpstr>Select all</vt:lpstr>
      <vt:lpstr>Tonen</vt:lpstr>
      <vt:lpstr>Met Genres?</vt:lpstr>
      <vt:lpstr>Hoe kom je er</vt:lpstr>
      <vt:lpstr>All()?</vt:lpstr>
      <vt:lpstr>Oplossing: WITH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42</cp:revision>
  <dcterms:created xsi:type="dcterms:W3CDTF">2026-01-26T11:26:42Z</dcterms:created>
  <dcterms:modified xsi:type="dcterms:W3CDTF">2026-04-21T10:00:47Z</dcterms:modified>
</cp:coreProperties>
</file>