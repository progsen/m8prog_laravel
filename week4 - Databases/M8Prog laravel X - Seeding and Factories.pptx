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7" r:id="rId4"/>
    <p:sldId id="279" r:id="rId5"/>
    <p:sldId id="280" r:id="rId6"/>
    <p:sldId id="281" r:id="rId7"/>
    <p:sldId id="283" r:id="rId8"/>
    <p:sldId id="282" r:id="rId9"/>
    <p:sldId id="284" r:id="rId10"/>
    <p:sldId id="286" r:id="rId11"/>
    <p:sldId id="285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BEBEA-BBE0-44F3-9C90-FC4681E62C52}" v="5" dt="2026-04-21T06:31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1T06:31:29.225" v="1551" actId="1076"/>
      <pc:docMkLst>
        <pc:docMk/>
      </pc:docMkLst>
      <pc:sldChg chg="modSp mod">
        <pc:chgData name="Dragan Javorac" userId="913c2858-fb97-4c6e-a42c-b1f1a16b225e" providerId="ADAL" clId="{BC00D9DF-F858-4149-8B7B-F211D448CEDA}" dt="2026-04-21T06:30:51.987" v="1548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1T06:30:46.256" v="1532" actId="20577"/>
          <ac:spMkLst>
            <pc:docMk/>
            <pc:sldMk cId="1675132989" sldId="256"/>
            <ac:spMk id="2" creationId="{2DE44B35-1FE4-9587-2810-66AD4B1C8B85}"/>
          </ac:spMkLst>
        </pc:spChg>
        <pc:spChg chg="mod">
          <ac:chgData name="Dragan Javorac" userId="913c2858-fb97-4c6e-a42c-b1f1a16b225e" providerId="ADAL" clId="{BC00D9DF-F858-4149-8B7B-F211D448CEDA}" dt="2026-04-21T06:30:51.987" v="1548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modSp mod">
        <pc:chgData name="Dragan Javorac" userId="913c2858-fb97-4c6e-a42c-b1f1a16b225e" providerId="ADAL" clId="{BC00D9DF-F858-4149-8B7B-F211D448CEDA}" dt="2026-04-21T06:29:46.961" v="1493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1T06:29:46.961" v="1493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modSp mod">
        <pc:chgData name="Dragan Javorac" userId="913c2858-fb97-4c6e-a42c-b1f1a16b225e" providerId="ADAL" clId="{BC00D9DF-F858-4149-8B7B-F211D448CEDA}" dt="2026-04-21T06:31:29.225" v="1551" actId="1076"/>
        <pc:sldMkLst>
          <pc:docMk/>
          <pc:sldMk cId="2958205250" sldId="268"/>
        </pc:sldMkLst>
        <pc:spChg chg="mod">
          <ac:chgData name="Dragan Javorac" userId="913c2858-fb97-4c6e-a42c-b1f1a16b225e" providerId="ADAL" clId="{BC00D9DF-F858-4149-8B7B-F211D448CEDA}" dt="2026-04-21T06:31:26.373" v="1550"/>
          <ac:spMkLst>
            <pc:docMk/>
            <pc:sldMk cId="2958205250" sldId="268"/>
            <ac:spMk id="3" creationId="{7B345680-E440-469E-1742-6BF0A39AA215}"/>
          </ac:spMkLst>
        </pc:spChg>
        <pc:picChg chg="mod">
          <ac:chgData name="Dragan Javorac" userId="913c2858-fb97-4c6e-a42c-b1f1a16b225e" providerId="ADAL" clId="{BC00D9DF-F858-4149-8B7B-F211D448CEDA}" dt="2026-04-21T06:31:29.225" v="1551" actId="1076"/>
          <ac:picMkLst>
            <pc:docMk/>
            <pc:sldMk cId="2958205250" sldId="268"/>
            <ac:picMk id="6" creationId="{2A45DB95-66C0-0C2A-EACC-E9DA05A50BD2}"/>
          </ac:picMkLst>
        </pc:picChg>
      </pc:sldChg>
      <pc:sldChg chg="modSp add mod">
        <pc:chgData name="Dragan Javorac" userId="913c2858-fb97-4c6e-a42c-b1f1a16b225e" providerId="ADAL" clId="{BC00D9DF-F858-4149-8B7B-F211D448CEDA}" dt="2026-04-21T06:30:17.951" v="1524" actId="20577"/>
        <pc:sldMkLst>
          <pc:docMk/>
          <pc:sldMk cId="2424861610" sldId="275"/>
        </pc:sldMkLst>
        <pc:spChg chg="mod">
          <ac:chgData name="Dragan Javorac" userId="913c2858-fb97-4c6e-a42c-b1f1a16b225e" providerId="ADAL" clId="{BC00D9DF-F858-4149-8B7B-F211D448CEDA}" dt="2026-04-21T06:29:55.409" v="1518" actId="20577"/>
          <ac:spMkLst>
            <pc:docMk/>
            <pc:sldMk cId="2424861610" sldId="275"/>
            <ac:spMk id="2" creationId="{801A5BE9-3267-3F45-1242-0020BF8BDEB8}"/>
          </ac:spMkLst>
        </pc:spChg>
        <pc:spChg chg="mod">
          <ac:chgData name="Dragan Javorac" userId="913c2858-fb97-4c6e-a42c-b1f1a16b225e" providerId="ADAL" clId="{BC00D9DF-F858-4149-8B7B-F211D448CEDA}" dt="2026-04-21T06:30:17.951" v="1524" actId="20577"/>
          <ac:spMkLst>
            <pc:docMk/>
            <pc:sldMk cId="2424861610" sldId="275"/>
            <ac:spMk id="3" creationId="{ACB7769B-FA93-ED61-F939-9353ABC102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aravel.com/docs/13.x/migrations#rolling-back-migration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Migrations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Code first</a:t>
            </a:r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Begrijpen jullie hoe je een </a:t>
            </a:r>
            <a:r>
              <a:rPr lang="nl-NL" dirty="0" err="1"/>
              <a:t>table</a:t>
            </a:r>
            <a:r>
              <a:rPr lang="nl-NL" dirty="0"/>
              <a:t> met een </a:t>
            </a:r>
            <a:r>
              <a:rPr lang="nl-NL" dirty="0" err="1"/>
              <a:t>migration</a:t>
            </a:r>
            <a:r>
              <a:rPr lang="nl-NL" dirty="0"/>
              <a:t> kan maken</a:t>
            </a:r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AC551-F91A-1686-1989-43025ACD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DB15-276A-50BB-E8DB-5A9AC173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Begrip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6A3B7-5D09-A620-E5D2-A65D0B261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09734" cy="4351338"/>
          </a:xfrm>
        </p:spPr>
        <p:txBody>
          <a:bodyPr/>
          <a:lstStyle/>
          <a:p>
            <a:r>
              <a:rPr lang="nl-NL" dirty="0"/>
              <a:t>Voorbeeld</a:t>
            </a:r>
          </a:p>
          <a:p>
            <a:endParaRPr lang="nl-NL" dirty="0"/>
          </a:p>
          <a:p>
            <a:r>
              <a:rPr lang="nl-NL" dirty="0"/>
              <a:t>Uit de </a:t>
            </a:r>
            <a:r>
              <a:rPr lang="nl-NL" dirty="0" err="1"/>
              <a:t>nexed</a:t>
            </a:r>
            <a:r>
              <a:rPr lang="nl-NL" dirty="0"/>
              <a:t> oefening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E5558-4D9E-72E0-2343-6B457A6A3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393" y="0"/>
            <a:ext cx="86566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64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B69D-43AA-081B-3EC6-1B40FEF7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C5723-394A-BF10-CA8E-5249A9FF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43FD-3D00-D68D-92A8-F9E7299A2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38928" cy="1822347"/>
          </a:xfrm>
        </p:spPr>
        <p:txBody>
          <a:bodyPr/>
          <a:lstStyle/>
          <a:p>
            <a:r>
              <a:rPr lang="nl-NL" dirty="0"/>
              <a:t>Wij via ERD</a:t>
            </a:r>
          </a:p>
          <a:p>
            <a:r>
              <a:rPr lang="nl-NL" dirty="0"/>
              <a:t>Kan ook via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71858-EFCC-E697-B0C7-986F0365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9" t="17705" r="4041" b="34426"/>
          <a:stretch>
            <a:fillRect/>
          </a:stretch>
        </p:blipFill>
        <p:spPr>
          <a:xfrm>
            <a:off x="4532026" y="365125"/>
            <a:ext cx="7914807" cy="32828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298190-9152-ED71-C29F-2C9EA47C7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77" y="3762375"/>
            <a:ext cx="681037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92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27AA-77B9-1E02-47A1-50297CB0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4F91-85BB-2B98-76F4-08EC3392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Create</a:t>
            </a:r>
            <a:r>
              <a:rPr lang="nl-NL" dirty="0"/>
              <a:t> </a:t>
            </a:r>
            <a:r>
              <a:rPr lang="nl-NL" dirty="0" err="1"/>
              <a:t>migration</a:t>
            </a:r>
            <a:r>
              <a:rPr lang="nl-NL" dirty="0"/>
              <a:t> met </a:t>
            </a:r>
            <a:r>
              <a:rPr lang="nl-NL" dirty="0" err="1"/>
              <a:t>artisan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5BB8-BA6A-A790-F448-5A656B02A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38928" cy="1822347"/>
          </a:xfrm>
        </p:spPr>
        <p:txBody>
          <a:bodyPr/>
          <a:lstStyle/>
          <a:p>
            <a:r>
              <a:rPr lang="nl-NL" dirty="0"/>
              <a:t>Wij via ERD</a:t>
            </a:r>
          </a:p>
          <a:p>
            <a:r>
              <a:rPr lang="nl-NL" dirty="0"/>
              <a:t>Kan ook via code</a:t>
            </a:r>
          </a:p>
        </p:txBody>
      </p:sp>
    </p:spTree>
    <p:extLst>
      <p:ext uri="{BB962C8B-B14F-4D97-AF65-F5344CB8AC3E}">
        <p14:creationId xmlns:p14="http://schemas.microsoft.com/office/powerpoint/2010/main" val="358629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0325-9029-FBA7-91EA-E1491343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8B1C-3206-A03E-B12B-1778517B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Rollback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5CEB4-58CB-C0A3-8D3D-88F3C3F8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25328" cy="3301011"/>
          </a:xfrm>
        </p:spPr>
        <p:txBody>
          <a:bodyPr>
            <a:normAutofit fontScale="92500" lnSpcReduction="20000"/>
          </a:bodyPr>
          <a:lstStyle/>
          <a:p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migrate:rollback</a:t>
            </a:r>
            <a:endParaRPr lang="nl-NL" dirty="0"/>
          </a:p>
          <a:p>
            <a:endParaRPr lang="nl-NL" dirty="0"/>
          </a:p>
          <a:p>
            <a:pPr lvl="1"/>
            <a:r>
              <a:rPr lang="nl-NL" dirty="0"/>
              <a:t>Runt de down methode van je </a:t>
            </a:r>
            <a:r>
              <a:rPr lang="nl-NL" dirty="0" err="1"/>
              <a:t>migration</a:t>
            </a:r>
            <a:endParaRPr lang="nl-NL" dirty="0"/>
          </a:p>
          <a:p>
            <a:pPr lvl="1"/>
            <a:r>
              <a:rPr lang="nl-NL" dirty="0"/>
              <a:t>Meer voor productie/uitrollen dan voor </a:t>
            </a:r>
            <a:r>
              <a:rPr lang="nl-NL" dirty="0" err="1"/>
              <a:t>dev</a:t>
            </a:r>
            <a:endParaRPr lang="nl-NL" dirty="0"/>
          </a:p>
          <a:p>
            <a:pPr lvl="1"/>
            <a:r>
              <a:rPr lang="nl-NL" dirty="0"/>
              <a:t>In </a:t>
            </a:r>
            <a:r>
              <a:rPr lang="nl-NL" dirty="0" err="1"/>
              <a:t>dev</a:t>
            </a:r>
            <a:r>
              <a:rPr lang="nl-NL"/>
              <a:t>:</a:t>
            </a:r>
          </a:p>
          <a:p>
            <a:pPr lvl="2"/>
            <a:r>
              <a:rPr lang="nl-NL"/>
              <a:t> </a:t>
            </a:r>
            <a:r>
              <a:rPr lang="nl-NL" dirty="0"/>
              <a:t>testen van een </a:t>
            </a:r>
            <a:r>
              <a:rPr lang="nl-NL" dirty="0" err="1"/>
              <a:t>rollback</a:t>
            </a:r>
            <a:r>
              <a:rPr lang="nl-NL" dirty="0"/>
              <a:t> of weghalen van een feature in productie</a:t>
            </a:r>
          </a:p>
          <a:p>
            <a:endParaRPr lang="nl-NL" dirty="0"/>
          </a:p>
          <a:p>
            <a:r>
              <a:rPr lang="nl-NL" dirty="0"/>
              <a:t>Check de </a:t>
            </a:r>
            <a:r>
              <a:rPr lang="nl-NL" dirty="0" err="1"/>
              <a:t>docs</a:t>
            </a:r>
            <a:r>
              <a:rPr lang="nl-NL" dirty="0"/>
              <a:t>:</a:t>
            </a:r>
          </a:p>
          <a:p>
            <a:pPr lvl="1"/>
            <a:r>
              <a:rPr lang="nl-NL" dirty="0">
                <a:hlinkClick r:id="rId2"/>
              </a:rPr>
              <a:t>https://laravel.com/docs/13.x/migrations#rolling-back-migrations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977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486D-DB6E-B9C9-2A06-FFE8A0FC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A0AD-A6A2-5635-5012-B95CA700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overnieuw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60A03-4302-E1ED-2760-30C2767A5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25328" cy="3301011"/>
          </a:xfrm>
        </p:spPr>
        <p:txBody>
          <a:bodyPr>
            <a:normAutofit/>
          </a:bodyPr>
          <a:lstStyle/>
          <a:p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migrate:fresh</a:t>
            </a:r>
            <a:endParaRPr lang="nl-NL" dirty="0"/>
          </a:p>
          <a:p>
            <a:pPr lvl="1"/>
            <a:r>
              <a:rPr lang="nl-NL" dirty="0"/>
              <a:t>Haalt alles weg</a:t>
            </a:r>
          </a:p>
          <a:p>
            <a:pPr lvl="1"/>
            <a:r>
              <a:rPr lang="nl-NL" dirty="0"/>
              <a:t>Reset de database</a:t>
            </a:r>
          </a:p>
          <a:p>
            <a:endParaRPr lang="nl-NL" dirty="0"/>
          </a:p>
          <a:p>
            <a:r>
              <a:rPr lang="nl-NL" dirty="0"/>
              <a:t>Met data (als je </a:t>
            </a:r>
            <a:r>
              <a:rPr lang="nl-NL" dirty="0" err="1"/>
              <a:t>seeders</a:t>
            </a:r>
            <a:r>
              <a:rPr lang="nl-NL" dirty="0"/>
              <a:t> hebt)</a:t>
            </a:r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migrate:fresh</a:t>
            </a:r>
            <a:r>
              <a:rPr lang="nl-NL" dirty="0"/>
              <a:t> --</a:t>
            </a:r>
            <a:r>
              <a:rPr lang="nl-NL" dirty="0" err="1"/>
              <a:t>seed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1290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CDBC-D8D6-38BC-FA83-BE370B47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812C-2FFC-D9B9-77A1-A82A415B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Changes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7970-B80E-2B9B-75CF-15B4E632A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4443" cy="4667250"/>
          </a:xfrm>
        </p:spPr>
        <p:txBody>
          <a:bodyPr/>
          <a:lstStyle/>
          <a:p>
            <a:r>
              <a:rPr lang="nl-NL" dirty="0"/>
              <a:t>Nieuwe </a:t>
            </a:r>
            <a:r>
              <a:rPr lang="nl-NL" dirty="0" err="1"/>
              <a:t>migration</a:t>
            </a:r>
            <a:r>
              <a:rPr lang="nl-NL" dirty="0"/>
              <a:t> NA de originele</a:t>
            </a:r>
          </a:p>
        </p:txBody>
      </p:sp>
    </p:spTree>
    <p:extLst>
      <p:ext uri="{BB962C8B-B14F-4D97-AF65-F5344CB8AC3E}">
        <p14:creationId xmlns:p14="http://schemas.microsoft.com/office/powerpoint/2010/main" val="132391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1E72-264A-430F-6A67-42CE0943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071C-5291-907D-CD39-6258F749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6A674-9480-5008-DB82-372E1238B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4443" cy="4667250"/>
          </a:xfrm>
        </p:spPr>
        <p:txBody>
          <a:bodyPr/>
          <a:lstStyle/>
          <a:p>
            <a:r>
              <a:rPr lang="nl-NL" dirty="0"/>
              <a:t>Voorbeeld uit de documentatie: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Dit wordt bv een relatie naar users</a:t>
            </a:r>
          </a:p>
          <a:p>
            <a:pPr lvl="1"/>
            <a:r>
              <a:rPr lang="nl-NL" dirty="0"/>
              <a:t>Let op de meervoud!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86818-C212-FFBF-25F2-20DAC556A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101" y="2342238"/>
            <a:ext cx="8854191" cy="238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2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9353-CAC0-8D27-4DFB-51C6EF9F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C615-BFEF-6251-24C6-2F211E9E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MAAR! Geen </a:t>
            </a:r>
            <a:r>
              <a:rPr lang="nl-NL" dirty="0" err="1"/>
              <a:t>constraint</a:t>
            </a:r>
            <a:r>
              <a:rPr lang="nl-NL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E68E6-A2A1-1F0C-266F-447689AAD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4443" cy="4667250"/>
          </a:xfrm>
        </p:spPr>
        <p:txBody>
          <a:bodyPr/>
          <a:lstStyle/>
          <a:p>
            <a:r>
              <a:rPr lang="nl-NL" dirty="0"/>
              <a:t>Dat maar alleen een </a:t>
            </a:r>
            <a:r>
              <a:rPr lang="nl-NL" dirty="0" err="1"/>
              <a:t>colom</a:t>
            </a:r>
            <a:r>
              <a:rPr lang="nl-NL" dirty="0"/>
              <a:t> geen relatie…</a:t>
            </a:r>
          </a:p>
          <a:p>
            <a:pPr lvl="1"/>
            <a:r>
              <a:rPr lang="nl-NL" dirty="0"/>
              <a:t>Dat willen we niet</a:t>
            </a:r>
          </a:p>
          <a:p>
            <a:pPr lvl="1"/>
            <a:endParaRPr lang="nl-NL" dirty="0"/>
          </a:p>
          <a:p>
            <a:r>
              <a:rPr lang="nl-NL" dirty="0"/>
              <a:t>Zo wel (net als met een ERD)</a:t>
            </a:r>
          </a:p>
          <a:p>
            <a:pPr lvl="1"/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4E4550-B21B-069F-893C-179F3782F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246" y="3983309"/>
            <a:ext cx="6967382" cy="1722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781ABB-6566-B233-1F8F-A5F68E41D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246" y="6007100"/>
            <a:ext cx="9806495" cy="82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39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B7BF-93D0-5289-AE13-5C067284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051F-F014-43F1-3BF6-6E0B364B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Volledige controle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847E11-6483-26D4-E60C-3183EEB52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542" y="1398609"/>
            <a:ext cx="9654915" cy="545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69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178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Migrations</vt:lpstr>
      <vt:lpstr>Deze les</vt:lpstr>
      <vt:lpstr>Begrip</vt:lpstr>
      <vt:lpstr>ERD?</vt:lpstr>
      <vt:lpstr>Create migration met artisan</vt:lpstr>
      <vt:lpstr>Rollback</vt:lpstr>
      <vt:lpstr>overnieuw</vt:lpstr>
      <vt:lpstr>Changes over time</vt:lpstr>
      <vt:lpstr>Relations</vt:lpstr>
      <vt:lpstr>MAAR! Geen constraint…</vt:lpstr>
      <vt:lpstr>Volledige controle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31</cp:revision>
  <dcterms:created xsi:type="dcterms:W3CDTF">2026-01-26T11:26:42Z</dcterms:created>
  <dcterms:modified xsi:type="dcterms:W3CDTF">2026-04-21T07:46:25Z</dcterms:modified>
</cp:coreProperties>
</file>