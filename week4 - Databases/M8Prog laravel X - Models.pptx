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0" r:id="rId4"/>
    <p:sldId id="282" r:id="rId5"/>
    <p:sldId id="284" r:id="rId6"/>
    <p:sldId id="285" r:id="rId7"/>
    <p:sldId id="286" r:id="rId8"/>
    <p:sldId id="283" r:id="rId9"/>
    <p:sldId id="281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EBEA-BBE0-44F3-9C90-FC4681E62C52}" v="5" dt="2026-04-21T06:31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1T09:58:31.209" v="1553" actId="20577"/>
      <pc:docMkLst>
        <pc:docMk/>
      </pc:docMkLst>
      <pc:sldChg chg="modSp mod">
        <pc:chgData name="Dragan Javorac" userId="913c2858-fb97-4c6e-a42c-b1f1a16b225e" providerId="ADAL" clId="{BC00D9DF-F858-4149-8B7B-F211D448CEDA}" dt="2026-04-21T06:30:51.987" v="1548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6:30:46.256" v="1532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9:58:31.209" v="1553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9:58:31.209" v="1553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mod">
        <pc:chgData name="Dragan Javorac" userId="913c2858-fb97-4c6e-a42c-b1f1a16b225e" providerId="ADAL" clId="{BC00D9DF-F858-4149-8B7B-F211D448CEDA}" dt="2026-04-21T06:31:29.225" v="1551" actId="1076"/>
        <pc:sldMkLst>
          <pc:docMk/>
          <pc:sldMk cId="2958205250" sldId="268"/>
        </pc:sldMkLst>
        <pc:spChg chg="mod">
          <ac:chgData name="Dragan Javorac" userId="913c2858-fb97-4c6e-a42c-b1f1a16b225e" providerId="ADAL" clId="{BC00D9DF-F858-4149-8B7B-F211D448CEDA}" dt="2026-04-21T06:31:26.373" v="1550"/>
          <ac:spMkLst>
            <pc:docMk/>
            <pc:sldMk cId="2958205250" sldId="268"/>
            <ac:spMk id="3" creationId="{7B345680-E440-469E-1742-6BF0A39AA215}"/>
          </ac:spMkLst>
        </pc:spChg>
        <pc:picChg chg="mod">
          <ac:chgData name="Dragan Javorac" userId="913c2858-fb97-4c6e-a42c-b1f1a16b225e" providerId="ADAL" clId="{BC00D9DF-F858-4149-8B7B-F211D448CEDA}" dt="2026-04-21T06:31:29.225" v="1551" actId="1076"/>
          <ac:picMkLst>
            <pc:docMk/>
            <pc:sldMk cId="2958205250" sldId="268"/>
            <ac:picMk id="6" creationId="{2A45DB95-66C0-0C2A-EACC-E9DA05A50BD2}"/>
          </ac:picMkLst>
        </pc:picChg>
      </pc:sldChg>
      <pc:sldChg chg="modSp add mod">
        <pc:chgData name="Dragan Javorac" userId="913c2858-fb97-4c6e-a42c-b1f1a16b225e" providerId="ADAL" clId="{BC00D9DF-F858-4149-8B7B-F211D448CEDA}" dt="2026-04-21T06:30:17.951" v="1524" actId="20577"/>
        <pc:sldMkLst>
          <pc:docMk/>
          <pc:sldMk cId="2424861610" sldId="275"/>
        </pc:sldMkLst>
        <pc:spChg chg="mod">
          <ac:chgData name="Dragan Javorac" userId="913c2858-fb97-4c6e-a42c-b1f1a16b225e" providerId="ADAL" clId="{BC00D9DF-F858-4149-8B7B-F211D448CEDA}" dt="2026-04-21T06:29:55.409" v="1518" actId="20577"/>
          <ac:spMkLst>
            <pc:docMk/>
            <pc:sldMk cId="2424861610" sldId="275"/>
            <ac:spMk id="2" creationId="{801A5BE9-3267-3F45-1242-0020BF8BDEB8}"/>
          </ac:spMkLst>
        </pc:spChg>
        <pc:spChg chg="mod">
          <ac:chgData name="Dragan Javorac" userId="913c2858-fb97-4c6e-a42c-b1f1a16b225e" providerId="ADAL" clId="{BC00D9DF-F858-4149-8B7B-F211D448CEDA}" dt="2026-04-21T06:30:17.951" v="1524" actId="20577"/>
          <ac:spMkLst>
            <pc:docMk/>
            <pc:sldMk cId="2424861610" sldId="275"/>
            <ac:spMk id="3" creationId="{ACB7769B-FA93-ED61-F939-9353ABC102FB}"/>
          </ac:spMkLst>
        </pc:spChg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281329776" sldId="287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147488236" sldId="288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910382504" sldId="289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698766247" sldId="290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154598550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Models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Begrijpen jullie hoe je een </a:t>
            </a:r>
            <a:r>
              <a:rPr lang="nl-NL" dirty="0" err="1"/>
              <a:t>table</a:t>
            </a:r>
            <a:r>
              <a:rPr lang="nl-NL" dirty="0"/>
              <a:t> met een </a:t>
            </a:r>
            <a:r>
              <a:rPr lang="nl-NL" dirty="0" err="1"/>
              <a:t>migration</a:t>
            </a:r>
            <a:r>
              <a:rPr lang="nl-NL" dirty="0"/>
              <a:t> kan maken</a:t>
            </a:r>
          </a:p>
          <a:p>
            <a:r>
              <a:rPr lang="nl-NL" dirty="0"/>
              <a:t>Kunnen jullie test data </a:t>
            </a:r>
            <a:r>
              <a:rPr lang="nl-NL"/>
              <a:t>laten maken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27AA-77B9-1E02-47A1-50297CB0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4F91-85BB-2B98-76F4-08EC339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migration</a:t>
            </a:r>
            <a:r>
              <a:rPr lang="nl-NL" dirty="0"/>
              <a:t> met </a:t>
            </a:r>
            <a:r>
              <a:rPr lang="nl-NL" dirty="0" err="1"/>
              <a:t>artisan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5BB8-BA6A-A790-F448-5A656B0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en-US" dirty="0" err="1"/>
              <a:t>php</a:t>
            </a:r>
            <a:r>
              <a:rPr lang="en-US" dirty="0"/>
              <a:t> artisan </a:t>
            </a:r>
            <a:r>
              <a:rPr lang="en-US" dirty="0" err="1"/>
              <a:t>make:model</a:t>
            </a:r>
            <a:r>
              <a:rPr lang="en-US" dirty="0"/>
              <a:t> TABLENAME –mf</a:t>
            </a:r>
          </a:p>
          <a:p>
            <a:pPr lvl="1"/>
            <a:r>
              <a:rPr lang="en-US" dirty="0"/>
              <a:t>TABLENAME in </a:t>
            </a:r>
            <a:r>
              <a:rPr lang="en-US" dirty="0" err="1"/>
              <a:t>enkelvoud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 err="1"/>
              <a:t>Maakt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een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Migration</a:t>
            </a:r>
          </a:p>
          <a:p>
            <a:pPr lvl="1"/>
            <a:r>
              <a:rPr lang="en-US" dirty="0"/>
              <a:t>Factory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A2E2C-7083-E148-F882-F59978CE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593"/>
          <a:stretch>
            <a:fillRect/>
          </a:stretch>
        </p:blipFill>
        <p:spPr>
          <a:xfrm>
            <a:off x="7847952" y="1330846"/>
            <a:ext cx="4344048" cy="55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9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86F8-CE45-020A-403E-E8DDEE54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FF44-CB69-C3AE-FD71-E071EE4A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40C7-761B-9735-D673-6305B2A2D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Voorbeeld: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Game -</a:t>
            </a:r>
            <a:r>
              <a:rPr lang="nl-NL" dirty="0" err="1"/>
              <a:t>mf</a:t>
            </a:r>
            <a:endParaRPr lang="nl-NL" dirty="0"/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</a:t>
            </a:r>
            <a:r>
              <a:rPr lang="nl-NL" dirty="0" err="1"/>
              <a:t>GameGenre</a:t>
            </a:r>
            <a:r>
              <a:rPr lang="nl-NL" dirty="0"/>
              <a:t> –</a:t>
            </a:r>
            <a:r>
              <a:rPr lang="nl-NL" dirty="0" err="1"/>
              <a:t>mf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Relatie: </a:t>
            </a:r>
          </a:p>
          <a:p>
            <a:pPr lvl="1"/>
            <a:r>
              <a:rPr lang="nl-NL" dirty="0"/>
              <a:t>Game heeft 1 </a:t>
            </a:r>
            <a:r>
              <a:rPr lang="nl-NL" dirty="0" err="1"/>
              <a:t>GameGenre</a:t>
            </a:r>
            <a:endParaRPr lang="nl-NL" dirty="0"/>
          </a:p>
          <a:p>
            <a:pPr lvl="2"/>
            <a:r>
              <a:rPr lang="nl-NL" dirty="0"/>
              <a:t>Voor de eenvoud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707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4DA58-5A3A-D363-5C6B-F792B27C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06CD-BD56-0C4B-EEF2-4311501E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85F5-9421-7C64-27F0-67CBF21F5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Voorbeeld: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Game -</a:t>
            </a:r>
            <a:r>
              <a:rPr lang="nl-NL" dirty="0" err="1"/>
              <a:t>mf</a:t>
            </a:r>
            <a:endParaRPr lang="nl-NL" dirty="0"/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</a:t>
            </a:r>
            <a:r>
              <a:rPr lang="nl-NL" dirty="0" err="1"/>
              <a:t>GameGenre</a:t>
            </a:r>
            <a:r>
              <a:rPr lang="nl-NL" dirty="0"/>
              <a:t> –</a:t>
            </a:r>
            <a:r>
              <a:rPr lang="nl-NL" dirty="0" err="1"/>
              <a:t>mf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Relatie: </a:t>
            </a:r>
          </a:p>
          <a:p>
            <a:pPr lvl="1"/>
            <a:r>
              <a:rPr lang="nl-NL" dirty="0"/>
              <a:t>Game heeft 1 </a:t>
            </a:r>
            <a:r>
              <a:rPr lang="nl-NL" dirty="0" err="1"/>
              <a:t>GameGenre</a:t>
            </a:r>
            <a:endParaRPr lang="nl-NL" dirty="0"/>
          </a:p>
          <a:p>
            <a:pPr lvl="2"/>
            <a:r>
              <a:rPr lang="nl-NL" dirty="0"/>
              <a:t>Voor de eenvoud</a:t>
            </a:r>
          </a:p>
          <a:p>
            <a:pPr lvl="2"/>
            <a:endParaRPr lang="nl-NL" dirty="0"/>
          </a:p>
          <a:p>
            <a:endParaRPr lang="nl-NL" dirty="0"/>
          </a:p>
          <a:p>
            <a:pPr algn="ctr"/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63378B-0A01-F3E5-84B3-2DFDD5C4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1" t="11000" r="5544" b="5891"/>
          <a:stretch>
            <a:fillRect/>
          </a:stretch>
        </p:blipFill>
        <p:spPr>
          <a:xfrm>
            <a:off x="5651292" y="3842296"/>
            <a:ext cx="6540708" cy="29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4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2538-7A8E-4CE0-ED77-CE694F21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2E59-C43F-2B99-2280-7B47D564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Migration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5ADB-8AC5-188E-BB48-73F14900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De </a:t>
            </a:r>
            <a:r>
              <a:rPr lang="nl-NL" dirty="0" err="1"/>
              <a:t>schemas</a:t>
            </a:r>
            <a:endParaRPr lang="nl-NL" dirty="0"/>
          </a:p>
          <a:p>
            <a:r>
              <a:rPr lang="nl-NL" dirty="0"/>
              <a:t>En relaties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64198-3515-417A-8419-EA0A0FD9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701" y="2223867"/>
            <a:ext cx="7973299" cy="2056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1C8BA-2F2C-0BDD-603A-46282DCF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949"/>
          <a:stretch>
            <a:fillRect/>
          </a:stretch>
        </p:blipFill>
        <p:spPr>
          <a:xfrm>
            <a:off x="2389155" y="4415409"/>
            <a:ext cx="9802845" cy="24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2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AD1F-9518-A547-3699-A3424333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F307-A8F4-3F99-B2BC-D9D49CE0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Factory</a:t>
            </a:r>
            <a:r>
              <a:rPr lang="nl-NL" dirty="0"/>
              <a:t> invullen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53E24-1DB5-8216-BCED-BE570443B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3918" cy="3990559"/>
          </a:xfrm>
        </p:spPr>
        <p:txBody>
          <a:bodyPr>
            <a:normAutofit/>
          </a:bodyPr>
          <a:lstStyle/>
          <a:p>
            <a:r>
              <a:rPr lang="nl-NL" dirty="0"/>
              <a:t>Per relatie wijs naar de </a:t>
            </a:r>
            <a:r>
              <a:rPr lang="nl-NL" dirty="0" err="1"/>
              <a:t>factory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DFEB7-E040-14F8-3AE6-2EC379EA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83" y="915194"/>
            <a:ext cx="7030135" cy="2513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8A193-8F9D-5CE0-67A7-66A0F1D06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932" y="3879367"/>
            <a:ext cx="7226586" cy="30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CA20-9BC4-815F-6C9D-19C313F9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A4A1-BF45-79C6-07B0-F40D4CCD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Factory</a:t>
            </a:r>
            <a:r>
              <a:rPr lang="nl-NL" dirty="0"/>
              <a:t> waar gebruiken?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F08B-161F-7569-8191-754F691A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en-US" dirty="0"/>
              <a:t>Voor nu even in de </a:t>
            </a:r>
            <a:r>
              <a:rPr lang="en-US" dirty="0" err="1"/>
              <a:t>DatabaseSeeder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ABD83-9F04-3B19-0C9C-670C011B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551" r="18412"/>
          <a:stretch>
            <a:fillRect/>
          </a:stretch>
        </p:blipFill>
        <p:spPr>
          <a:xfrm>
            <a:off x="6390115" y="3027479"/>
            <a:ext cx="5801885" cy="3480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11729D-9E75-83FB-72A2-0AFE094A43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11" b="11860"/>
          <a:stretch>
            <a:fillRect/>
          </a:stretch>
        </p:blipFill>
        <p:spPr>
          <a:xfrm>
            <a:off x="445255" y="3027479"/>
            <a:ext cx="5876321" cy="364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99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F779-162F-13DB-70CD-5FF71D71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929D-7711-1345-0F5B-151959A7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87209-C477-59D8-168C-1793FA12E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 err="1"/>
              <a:t>Tabellen</a:t>
            </a:r>
            <a:r>
              <a:rPr lang="en-US" dirty="0"/>
              <a:t> met data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DCA22-D875-6220-CE50-1D69F8B2E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744" y="2026328"/>
            <a:ext cx="5478750" cy="4466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51CA3-78F6-2E78-1E72-D9F230AED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0" y="3339059"/>
            <a:ext cx="51244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1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128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Models</vt:lpstr>
      <vt:lpstr>Deze les</vt:lpstr>
      <vt:lpstr>Create migration met artisan</vt:lpstr>
      <vt:lpstr>Voorbeeld </vt:lpstr>
      <vt:lpstr>Voorbeeld </vt:lpstr>
      <vt:lpstr>Migration aanpassen</vt:lpstr>
      <vt:lpstr>Factory invullen</vt:lpstr>
      <vt:lpstr>Factory waar gebruiken?</vt:lpstr>
      <vt:lpstr>Resultaat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42</cp:revision>
  <dcterms:created xsi:type="dcterms:W3CDTF">2026-01-26T11:26:42Z</dcterms:created>
  <dcterms:modified xsi:type="dcterms:W3CDTF">2026-04-21T09:58:33Z</dcterms:modified>
</cp:coreProperties>
</file>