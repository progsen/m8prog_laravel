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80" r:id="rId4"/>
    <p:sldId id="282" r:id="rId5"/>
    <p:sldId id="284" r:id="rId6"/>
    <p:sldId id="285" r:id="rId7"/>
    <p:sldId id="286" r:id="rId8"/>
    <p:sldId id="283" r:id="rId9"/>
    <p:sldId id="281" r:id="rId1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9BEBEA-BBE0-44F3-9C90-FC4681E62C52}" v="5" dt="2026-04-21T06:31:2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BC00D9DF-F858-4149-8B7B-F211D448CEDA}"/>
    <pc:docChg chg="undo custSel addSld delSld modSld sldOrd">
      <pc:chgData name="Dragan Javorac" userId="913c2858-fb97-4c6e-a42c-b1f1a16b225e" providerId="ADAL" clId="{BC00D9DF-F858-4149-8B7B-F211D448CEDA}" dt="2026-04-21T09:58:31.209" v="1553" actId="20577"/>
      <pc:docMkLst>
        <pc:docMk/>
      </pc:docMkLst>
      <pc:sldChg chg="modSp mod">
        <pc:chgData name="Dragan Javorac" userId="913c2858-fb97-4c6e-a42c-b1f1a16b225e" providerId="ADAL" clId="{BC00D9DF-F858-4149-8B7B-F211D448CEDA}" dt="2026-04-21T06:30:51.987" v="1548" actId="20577"/>
        <pc:sldMkLst>
          <pc:docMk/>
          <pc:sldMk cId="1675132989" sldId="256"/>
        </pc:sldMkLst>
        <pc:spChg chg="mod">
          <ac:chgData name="Dragan Javorac" userId="913c2858-fb97-4c6e-a42c-b1f1a16b225e" providerId="ADAL" clId="{BC00D9DF-F858-4149-8B7B-F211D448CEDA}" dt="2026-04-21T06:30:46.256" v="1532" actId="20577"/>
          <ac:spMkLst>
            <pc:docMk/>
            <pc:sldMk cId="1675132989" sldId="256"/>
            <ac:spMk id="2" creationId="{2DE44B35-1FE4-9587-2810-66AD4B1C8B85}"/>
          </ac:spMkLst>
        </pc:spChg>
        <pc:spChg chg="mod">
          <ac:chgData name="Dragan Javorac" userId="913c2858-fb97-4c6e-a42c-b1f1a16b225e" providerId="ADAL" clId="{BC00D9DF-F858-4149-8B7B-F211D448CEDA}" dt="2026-04-21T06:30:51.987" v="1548" actId="20577"/>
          <ac:spMkLst>
            <pc:docMk/>
            <pc:sldMk cId="1675132989" sldId="256"/>
            <ac:spMk id="3" creationId="{B805F77B-6020-B0DD-1FB2-BB27CC2A9969}"/>
          </ac:spMkLst>
        </pc:spChg>
      </pc:sldChg>
      <pc:sldChg chg="modSp mod">
        <pc:chgData name="Dragan Javorac" userId="913c2858-fb97-4c6e-a42c-b1f1a16b225e" providerId="ADAL" clId="{BC00D9DF-F858-4149-8B7B-F211D448CEDA}" dt="2026-04-21T09:58:31.209" v="1553" actId="20577"/>
        <pc:sldMkLst>
          <pc:docMk/>
          <pc:sldMk cId="1221871206" sldId="258"/>
        </pc:sldMkLst>
        <pc:spChg chg="mod">
          <ac:chgData name="Dragan Javorac" userId="913c2858-fb97-4c6e-a42c-b1f1a16b225e" providerId="ADAL" clId="{BC00D9DF-F858-4149-8B7B-F211D448CEDA}" dt="2026-04-21T09:58:31.209" v="1553" actId="20577"/>
          <ac:spMkLst>
            <pc:docMk/>
            <pc:sldMk cId="1221871206" sldId="258"/>
            <ac:spMk id="3" creationId="{C6629818-6211-064B-9795-C8B695EA634D}"/>
          </ac:spMkLst>
        </pc:spChg>
      </pc:sldChg>
      <pc:sldChg chg="modSp mod">
        <pc:chgData name="Dragan Javorac" userId="913c2858-fb97-4c6e-a42c-b1f1a16b225e" providerId="ADAL" clId="{BC00D9DF-F858-4149-8B7B-F211D448CEDA}" dt="2026-04-21T06:31:29.225" v="1551" actId="1076"/>
        <pc:sldMkLst>
          <pc:docMk/>
          <pc:sldMk cId="2958205250" sldId="268"/>
        </pc:sldMkLst>
        <pc:spChg chg="mod">
          <ac:chgData name="Dragan Javorac" userId="913c2858-fb97-4c6e-a42c-b1f1a16b225e" providerId="ADAL" clId="{BC00D9DF-F858-4149-8B7B-F211D448CEDA}" dt="2026-04-21T06:31:26.373" v="1550"/>
          <ac:spMkLst>
            <pc:docMk/>
            <pc:sldMk cId="2958205250" sldId="268"/>
            <ac:spMk id="3" creationId="{7B345680-E440-469E-1742-6BF0A39AA215}"/>
          </ac:spMkLst>
        </pc:spChg>
        <pc:picChg chg="mod">
          <ac:chgData name="Dragan Javorac" userId="913c2858-fb97-4c6e-a42c-b1f1a16b225e" providerId="ADAL" clId="{BC00D9DF-F858-4149-8B7B-F211D448CEDA}" dt="2026-04-21T06:31:29.225" v="1551" actId="1076"/>
          <ac:picMkLst>
            <pc:docMk/>
            <pc:sldMk cId="2958205250" sldId="268"/>
            <ac:picMk id="6" creationId="{2A45DB95-66C0-0C2A-EACC-E9DA05A50BD2}"/>
          </ac:picMkLst>
        </pc:picChg>
      </pc:sldChg>
      <pc:sldChg chg="modSp add mod">
        <pc:chgData name="Dragan Javorac" userId="913c2858-fb97-4c6e-a42c-b1f1a16b225e" providerId="ADAL" clId="{BC00D9DF-F858-4149-8B7B-F211D448CEDA}" dt="2026-04-21T06:30:17.951" v="1524" actId="20577"/>
        <pc:sldMkLst>
          <pc:docMk/>
          <pc:sldMk cId="2424861610" sldId="275"/>
        </pc:sldMkLst>
        <pc:spChg chg="mod">
          <ac:chgData name="Dragan Javorac" userId="913c2858-fb97-4c6e-a42c-b1f1a16b225e" providerId="ADAL" clId="{BC00D9DF-F858-4149-8B7B-F211D448CEDA}" dt="2026-04-21T06:29:55.409" v="1518" actId="20577"/>
          <ac:spMkLst>
            <pc:docMk/>
            <pc:sldMk cId="2424861610" sldId="275"/>
            <ac:spMk id="2" creationId="{801A5BE9-3267-3F45-1242-0020BF8BDEB8}"/>
          </ac:spMkLst>
        </pc:spChg>
        <pc:spChg chg="mod">
          <ac:chgData name="Dragan Javorac" userId="913c2858-fb97-4c6e-a42c-b1f1a16b225e" providerId="ADAL" clId="{BC00D9DF-F858-4149-8B7B-F211D448CEDA}" dt="2026-04-21T06:30:17.951" v="1524" actId="20577"/>
          <ac:spMkLst>
            <pc:docMk/>
            <pc:sldMk cId="2424861610" sldId="275"/>
            <ac:spMk id="3" creationId="{ACB7769B-FA93-ED61-F939-9353ABC102FB}"/>
          </ac:spMkLst>
        </pc:spChg>
      </pc:sldChg>
      <pc:sldChg chg="del">
        <pc:chgData name="Dragan Javorac" userId="913c2858-fb97-4c6e-a42c-b1f1a16b225e" providerId="ADAL" clId="{BC00D9DF-F858-4149-8B7B-F211D448CEDA}" dt="2026-04-21T09:58:25.276" v="1552" actId="47"/>
        <pc:sldMkLst>
          <pc:docMk/>
          <pc:sldMk cId="3281329776" sldId="287"/>
        </pc:sldMkLst>
      </pc:sldChg>
      <pc:sldChg chg="del">
        <pc:chgData name="Dragan Javorac" userId="913c2858-fb97-4c6e-a42c-b1f1a16b225e" providerId="ADAL" clId="{BC00D9DF-F858-4149-8B7B-F211D448CEDA}" dt="2026-04-21T09:58:25.276" v="1552" actId="47"/>
        <pc:sldMkLst>
          <pc:docMk/>
          <pc:sldMk cId="3147488236" sldId="288"/>
        </pc:sldMkLst>
      </pc:sldChg>
      <pc:sldChg chg="del">
        <pc:chgData name="Dragan Javorac" userId="913c2858-fb97-4c6e-a42c-b1f1a16b225e" providerId="ADAL" clId="{BC00D9DF-F858-4149-8B7B-F211D448CEDA}" dt="2026-04-21T09:58:25.276" v="1552" actId="47"/>
        <pc:sldMkLst>
          <pc:docMk/>
          <pc:sldMk cId="3910382504" sldId="289"/>
        </pc:sldMkLst>
      </pc:sldChg>
      <pc:sldChg chg="del">
        <pc:chgData name="Dragan Javorac" userId="913c2858-fb97-4c6e-a42c-b1f1a16b225e" providerId="ADAL" clId="{BC00D9DF-F858-4149-8B7B-F211D448CEDA}" dt="2026-04-21T09:58:25.276" v="1552" actId="47"/>
        <pc:sldMkLst>
          <pc:docMk/>
          <pc:sldMk cId="698766247" sldId="290"/>
        </pc:sldMkLst>
      </pc:sldChg>
      <pc:sldChg chg="del">
        <pc:chgData name="Dragan Javorac" userId="913c2858-fb97-4c6e-a42c-b1f1a16b225e" providerId="ADAL" clId="{BC00D9DF-F858-4149-8B7B-F211D448CEDA}" dt="2026-04-21T09:58:25.276" v="1552" actId="47"/>
        <pc:sldMkLst>
          <pc:docMk/>
          <pc:sldMk cId="3154598550" sldId="29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D8319-B0C4-68AC-F7FB-643FD3259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7E276-0E73-75E5-9B5A-7ADC936B6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1F41C-167E-0027-B0A6-4C0A3B6E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BAA01-6741-0360-F2F4-B53927BBD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356F2-E03D-0BA5-D4A9-536DE890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395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20204-1784-387E-BF9F-695F74C7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26295-2F37-A4B5-3175-FC96ACC91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1B2CC-B9C5-081C-2A95-4F2A7249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D52CB-F027-3AEF-5F3E-A7C3BF34E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A8CFA-13B4-9F98-25D2-F17D657D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965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192E-31E7-6424-69C1-A413739B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3B43C-80EE-648B-7DBC-CD4AB2E29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2D72C-BE37-8755-2E55-C42777EC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85F52-0334-DC8E-6002-BBEC3952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ECE6B-DF78-8160-BC51-FD343131C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72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148F-3840-866D-270A-66AFB87B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9B78-206E-0227-523A-2D064A0BD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81934-9F46-5E43-77CE-D69848875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DE3D5-A960-204C-57A2-D7B16095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58872-104C-5663-3CF2-CB1FB7792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56C11-0448-3492-DB1F-282027C5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306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94CA-92C8-DB33-6F49-1372970D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7B400-781F-4021-D786-FB4A25DE8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5F8FB-3FE6-C7C1-6417-CF8E5219D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E1B16-FA36-8538-979A-19A9FEE78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26F96-D6EA-122D-8B0C-D12428F65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A17CF-E598-C148-6C77-72F361DC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3788B-6C3F-C187-499A-DCE92969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1EBD4A-A937-B54E-1F88-04E47A24D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6805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56CC5-02BD-6435-B6E2-0BF8CB94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13DDE-8947-FEEC-5F79-588CBDC9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C63F6-0FCC-D92B-F94B-12B5A8C8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2D613-8B93-C1D7-B3AE-F771FA61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635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AE490-DCE1-1BCD-B51F-7956E33A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6A1146-32C3-FBC2-EFF5-9F50BF89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59564-076E-1D1B-FF98-1045514E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583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1678-D44A-5046-5FCC-887FAFD6B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ADA7A-E154-A9AE-A605-43AA295A5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7FBAC-7845-F2A0-F288-A9827DBED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30C6F-114E-9F38-8690-258743C14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EDCBB-423D-BD44-3C1C-83696A578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D70BC-E4B8-50EC-6FA1-071C3535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842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E08F9-28B8-6638-DA8C-10D29577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232315-F438-1ECF-4AE1-240FE9626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6BF94-CA6C-5602-485A-F83383E26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3788E-BF4B-7FBE-DD32-1D2D474E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0969B-807C-55C8-E026-54082DCE0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39243-D71F-1BD8-9C66-5F76D610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15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8280-271B-600C-46C8-A643B944C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6E182-817A-EB2C-D245-A955D3262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A6554-967F-8411-A2AE-082C0AD1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08AFC-C5C6-F9CA-7F48-4689E6A0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3E352-FDEE-5F9C-53E4-9F5A5DB0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85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7A3BC3-8D89-84D2-B655-7D5CFAAF8F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BC103-99F0-0E68-E287-9702F9AA2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10B68-EBE0-ED92-5630-2DCA33612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17EBE-D39D-0CE1-0585-85186E74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FF872-0B41-B243-A277-474C4E2E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7160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8B3E2D-FEE8-6BAC-E7E7-2920CED7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0BAC4-E475-DBC1-95B7-79E8C1B25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6F086-8DEA-8E9D-3299-D21663FFB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2B3E5-DD03-7942-8934-3FBD96587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EF6F8-364E-DDD3-7201-6E86C869D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26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44B35-1FE4-9587-2810-66AD4B1C8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Models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5F77B-6020-B0DD-1FB2-BB27CC2A99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Code first</a:t>
            </a:r>
          </a:p>
        </p:txBody>
      </p:sp>
    </p:spTree>
    <p:extLst>
      <p:ext uri="{BB962C8B-B14F-4D97-AF65-F5344CB8AC3E}">
        <p14:creationId xmlns:p14="http://schemas.microsoft.com/office/powerpoint/2010/main" val="1675132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86EF3-069F-B02A-49D5-3E4E8EF0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942F-69E7-AC59-F94F-AD068890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29818-6211-064B-9795-C8B695EA6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Begrijpen jullie hoe je een </a:t>
            </a:r>
            <a:r>
              <a:rPr lang="nl-NL" dirty="0" err="1"/>
              <a:t>table</a:t>
            </a:r>
            <a:r>
              <a:rPr lang="nl-NL" dirty="0"/>
              <a:t> met een </a:t>
            </a:r>
            <a:r>
              <a:rPr lang="nl-NL" dirty="0" err="1"/>
              <a:t>migration</a:t>
            </a:r>
            <a:r>
              <a:rPr lang="nl-NL" dirty="0"/>
              <a:t> kan maken</a:t>
            </a:r>
          </a:p>
          <a:p>
            <a:r>
              <a:rPr lang="nl-NL" dirty="0"/>
              <a:t>Kunnen jullie test data </a:t>
            </a:r>
            <a:r>
              <a:rPr lang="nl-NL"/>
              <a:t>laten maken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2187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227AA-77B9-1E02-47A1-50297CB0F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C4F91-85BB-2B98-76F4-08EC3392C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Create</a:t>
            </a:r>
            <a:r>
              <a:rPr lang="nl-NL" dirty="0"/>
              <a:t> </a:t>
            </a:r>
            <a:r>
              <a:rPr lang="nl-NL" dirty="0" err="1"/>
              <a:t>migration</a:t>
            </a:r>
            <a:r>
              <a:rPr lang="nl-NL" dirty="0"/>
              <a:t> met </a:t>
            </a:r>
            <a:r>
              <a:rPr lang="nl-NL" dirty="0" err="1"/>
              <a:t>artisan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E5BB8-BA6A-A790-F448-5A656B02A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21774" cy="5032375"/>
          </a:xfrm>
        </p:spPr>
        <p:txBody>
          <a:bodyPr>
            <a:normAutofit/>
          </a:bodyPr>
          <a:lstStyle/>
          <a:p>
            <a:r>
              <a:rPr lang="en-US" dirty="0" err="1"/>
              <a:t>php</a:t>
            </a:r>
            <a:r>
              <a:rPr lang="en-US" dirty="0"/>
              <a:t> artisan </a:t>
            </a:r>
            <a:r>
              <a:rPr lang="en-US" dirty="0" err="1"/>
              <a:t>make:model</a:t>
            </a:r>
            <a:r>
              <a:rPr lang="en-US" dirty="0"/>
              <a:t> TABLENAME –mf</a:t>
            </a:r>
          </a:p>
          <a:p>
            <a:pPr lvl="1"/>
            <a:r>
              <a:rPr lang="en-US" dirty="0"/>
              <a:t>TABLENAME in </a:t>
            </a:r>
            <a:r>
              <a:rPr lang="en-US" dirty="0" err="1"/>
              <a:t>enkelvoud</a:t>
            </a:r>
            <a:r>
              <a:rPr lang="en-US" dirty="0"/>
              <a:t>!</a:t>
            </a:r>
          </a:p>
          <a:p>
            <a:endParaRPr lang="en-US" dirty="0"/>
          </a:p>
          <a:p>
            <a:r>
              <a:rPr lang="en-US" dirty="0" err="1"/>
              <a:t>Maakt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een</a:t>
            </a:r>
            <a:r>
              <a:rPr lang="en-US" dirty="0"/>
              <a:t> model</a:t>
            </a:r>
          </a:p>
          <a:p>
            <a:pPr lvl="1"/>
            <a:r>
              <a:rPr lang="en-US" dirty="0"/>
              <a:t>Migration</a:t>
            </a:r>
          </a:p>
          <a:p>
            <a:pPr lvl="1"/>
            <a:r>
              <a:rPr lang="en-US" dirty="0"/>
              <a:t>Factory</a:t>
            </a: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CA2E2C-7083-E148-F882-F59978CEF0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593"/>
          <a:stretch>
            <a:fillRect/>
          </a:stretch>
        </p:blipFill>
        <p:spPr>
          <a:xfrm>
            <a:off x="7847952" y="1330846"/>
            <a:ext cx="4344048" cy="552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292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B86F8-CE45-020A-403E-E8DDEE548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CFF44-CB69-C3AE-FD71-E071EE4A3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Voorbeeld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D40C7-761B-9735-D673-6305B2A2D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21774" cy="5032375"/>
          </a:xfrm>
        </p:spPr>
        <p:txBody>
          <a:bodyPr>
            <a:normAutofit/>
          </a:bodyPr>
          <a:lstStyle/>
          <a:p>
            <a:r>
              <a:rPr lang="nl-NL" dirty="0"/>
              <a:t>Voorbeeld:</a:t>
            </a:r>
          </a:p>
          <a:p>
            <a:pPr lvl="1"/>
            <a:r>
              <a:rPr lang="nl-NL" dirty="0" err="1"/>
              <a:t>php</a:t>
            </a:r>
            <a:r>
              <a:rPr lang="nl-NL" dirty="0"/>
              <a:t> </a:t>
            </a:r>
            <a:r>
              <a:rPr lang="nl-NL" dirty="0" err="1"/>
              <a:t>artisan</a:t>
            </a:r>
            <a:r>
              <a:rPr lang="nl-NL" dirty="0"/>
              <a:t> </a:t>
            </a:r>
            <a:r>
              <a:rPr lang="nl-NL" dirty="0" err="1"/>
              <a:t>make:model</a:t>
            </a:r>
            <a:r>
              <a:rPr lang="nl-NL" dirty="0"/>
              <a:t> Game -</a:t>
            </a:r>
            <a:r>
              <a:rPr lang="nl-NL" dirty="0" err="1"/>
              <a:t>mf</a:t>
            </a:r>
            <a:endParaRPr lang="nl-NL" dirty="0"/>
          </a:p>
          <a:p>
            <a:pPr lvl="1"/>
            <a:r>
              <a:rPr lang="nl-NL" dirty="0" err="1"/>
              <a:t>php</a:t>
            </a:r>
            <a:r>
              <a:rPr lang="nl-NL" dirty="0"/>
              <a:t> </a:t>
            </a:r>
            <a:r>
              <a:rPr lang="nl-NL" dirty="0" err="1"/>
              <a:t>artisan</a:t>
            </a:r>
            <a:r>
              <a:rPr lang="nl-NL" dirty="0"/>
              <a:t> </a:t>
            </a:r>
            <a:r>
              <a:rPr lang="nl-NL" dirty="0" err="1"/>
              <a:t>make:model</a:t>
            </a:r>
            <a:r>
              <a:rPr lang="nl-NL" dirty="0"/>
              <a:t> </a:t>
            </a:r>
            <a:r>
              <a:rPr lang="nl-NL" dirty="0" err="1"/>
              <a:t>GameGenre</a:t>
            </a:r>
            <a:r>
              <a:rPr lang="nl-NL" dirty="0"/>
              <a:t> –</a:t>
            </a:r>
            <a:r>
              <a:rPr lang="nl-NL" dirty="0" err="1"/>
              <a:t>mf</a:t>
            </a:r>
            <a:endParaRPr lang="nl-NL" dirty="0"/>
          </a:p>
          <a:p>
            <a:pPr lvl="1"/>
            <a:endParaRPr lang="nl-NL" dirty="0"/>
          </a:p>
          <a:p>
            <a:r>
              <a:rPr lang="nl-NL" dirty="0"/>
              <a:t>Relatie: </a:t>
            </a:r>
          </a:p>
          <a:p>
            <a:pPr lvl="1"/>
            <a:r>
              <a:rPr lang="nl-NL" dirty="0"/>
              <a:t>Game heeft 1 </a:t>
            </a:r>
            <a:r>
              <a:rPr lang="nl-NL" dirty="0" err="1"/>
              <a:t>GameGenre</a:t>
            </a:r>
            <a:endParaRPr lang="nl-NL" dirty="0"/>
          </a:p>
          <a:p>
            <a:pPr lvl="2"/>
            <a:r>
              <a:rPr lang="nl-NL" dirty="0"/>
              <a:t>Voor de eenvoud</a:t>
            </a:r>
          </a:p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77071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4DA58-5A3A-D363-5C6B-F792B27C1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906CD-BD56-0C4B-EEF2-4311501E2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Voorbeeld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D85F5-9421-7C64-27F0-67CBF21F5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21774" cy="5032375"/>
          </a:xfrm>
        </p:spPr>
        <p:txBody>
          <a:bodyPr>
            <a:normAutofit/>
          </a:bodyPr>
          <a:lstStyle/>
          <a:p>
            <a:r>
              <a:rPr lang="nl-NL" dirty="0"/>
              <a:t>Voorbeeld:</a:t>
            </a:r>
          </a:p>
          <a:p>
            <a:pPr lvl="1"/>
            <a:r>
              <a:rPr lang="nl-NL" dirty="0" err="1"/>
              <a:t>php</a:t>
            </a:r>
            <a:r>
              <a:rPr lang="nl-NL" dirty="0"/>
              <a:t> </a:t>
            </a:r>
            <a:r>
              <a:rPr lang="nl-NL" dirty="0" err="1"/>
              <a:t>artisan</a:t>
            </a:r>
            <a:r>
              <a:rPr lang="nl-NL" dirty="0"/>
              <a:t> </a:t>
            </a:r>
            <a:r>
              <a:rPr lang="nl-NL" dirty="0" err="1"/>
              <a:t>make:model</a:t>
            </a:r>
            <a:r>
              <a:rPr lang="nl-NL" dirty="0"/>
              <a:t> Game -</a:t>
            </a:r>
            <a:r>
              <a:rPr lang="nl-NL" dirty="0" err="1"/>
              <a:t>mf</a:t>
            </a:r>
            <a:endParaRPr lang="nl-NL" dirty="0"/>
          </a:p>
          <a:p>
            <a:pPr lvl="1"/>
            <a:r>
              <a:rPr lang="nl-NL" dirty="0" err="1"/>
              <a:t>php</a:t>
            </a:r>
            <a:r>
              <a:rPr lang="nl-NL" dirty="0"/>
              <a:t> </a:t>
            </a:r>
            <a:r>
              <a:rPr lang="nl-NL" dirty="0" err="1"/>
              <a:t>artisan</a:t>
            </a:r>
            <a:r>
              <a:rPr lang="nl-NL" dirty="0"/>
              <a:t> </a:t>
            </a:r>
            <a:r>
              <a:rPr lang="nl-NL" dirty="0" err="1"/>
              <a:t>make:model</a:t>
            </a:r>
            <a:r>
              <a:rPr lang="nl-NL" dirty="0"/>
              <a:t> </a:t>
            </a:r>
            <a:r>
              <a:rPr lang="nl-NL" dirty="0" err="1"/>
              <a:t>GameGenre</a:t>
            </a:r>
            <a:r>
              <a:rPr lang="nl-NL" dirty="0"/>
              <a:t> –</a:t>
            </a:r>
            <a:r>
              <a:rPr lang="nl-NL" dirty="0" err="1"/>
              <a:t>mf</a:t>
            </a:r>
            <a:endParaRPr lang="nl-NL" dirty="0"/>
          </a:p>
          <a:p>
            <a:pPr lvl="1"/>
            <a:endParaRPr lang="nl-NL" dirty="0"/>
          </a:p>
          <a:p>
            <a:r>
              <a:rPr lang="nl-NL" dirty="0"/>
              <a:t>Relatie: </a:t>
            </a:r>
          </a:p>
          <a:p>
            <a:pPr lvl="1"/>
            <a:r>
              <a:rPr lang="nl-NL" dirty="0"/>
              <a:t>Game heeft 1 </a:t>
            </a:r>
            <a:r>
              <a:rPr lang="nl-NL" dirty="0" err="1"/>
              <a:t>GameGenre</a:t>
            </a:r>
            <a:endParaRPr lang="nl-NL" dirty="0"/>
          </a:p>
          <a:p>
            <a:pPr lvl="2"/>
            <a:r>
              <a:rPr lang="nl-NL" dirty="0"/>
              <a:t>Voor de eenvoud</a:t>
            </a:r>
          </a:p>
          <a:p>
            <a:pPr lvl="2"/>
            <a:endParaRPr lang="nl-NL" dirty="0"/>
          </a:p>
          <a:p>
            <a:endParaRPr lang="nl-NL" dirty="0"/>
          </a:p>
          <a:p>
            <a:pPr algn="ctr"/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63378B-0A01-F3E5-84B3-2DFDD5C4DC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1" t="11000" r="5544" b="5891"/>
          <a:stretch>
            <a:fillRect/>
          </a:stretch>
        </p:blipFill>
        <p:spPr>
          <a:xfrm>
            <a:off x="5651292" y="3842296"/>
            <a:ext cx="6540708" cy="296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240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72538-7A8E-4CE0-ED77-CE694F213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2E59-C43F-2B99-2280-7B47D5640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Migration aanpassen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E5ADB-8AC5-188E-BB48-73F14900E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21774" cy="5032375"/>
          </a:xfrm>
        </p:spPr>
        <p:txBody>
          <a:bodyPr>
            <a:normAutofit/>
          </a:bodyPr>
          <a:lstStyle/>
          <a:p>
            <a:r>
              <a:rPr lang="nl-NL" dirty="0"/>
              <a:t>De </a:t>
            </a:r>
            <a:r>
              <a:rPr lang="nl-NL" dirty="0" err="1"/>
              <a:t>schemas</a:t>
            </a:r>
            <a:endParaRPr lang="nl-NL" dirty="0"/>
          </a:p>
          <a:p>
            <a:r>
              <a:rPr lang="nl-NL" dirty="0"/>
              <a:t>En relaties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A64198-3515-417A-8419-EA0A0FD9C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8701" y="2223867"/>
            <a:ext cx="7973299" cy="20566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C1C8BA-2F2C-0BDD-603A-46282DCF67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949"/>
          <a:stretch>
            <a:fillRect/>
          </a:stretch>
        </p:blipFill>
        <p:spPr>
          <a:xfrm>
            <a:off x="2389155" y="4415409"/>
            <a:ext cx="9802845" cy="244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729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EAD1F-9518-A547-3699-A34243335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7F307-A8F4-3F99-B2BC-D9D49CE08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Factory</a:t>
            </a:r>
            <a:r>
              <a:rPr lang="nl-NL" dirty="0"/>
              <a:t> invullen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53E24-1DB5-8216-BCED-BE570443B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53918" cy="3990559"/>
          </a:xfrm>
        </p:spPr>
        <p:txBody>
          <a:bodyPr>
            <a:normAutofit/>
          </a:bodyPr>
          <a:lstStyle/>
          <a:p>
            <a:r>
              <a:rPr lang="nl-NL" dirty="0"/>
              <a:t>Per relatie wijs naar de </a:t>
            </a:r>
            <a:r>
              <a:rPr lang="nl-NL" dirty="0" err="1"/>
              <a:t>factory</a:t>
            </a: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0DFEB7-E040-14F8-3AE6-2EC379EAF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383" y="915194"/>
            <a:ext cx="7030135" cy="25138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88A193-8F9D-5CE0-67A7-66A0F1D06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932" y="3879367"/>
            <a:ext cx="7226586" cy="305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267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ECA20-9BC4-815F-6C9D-19C313F9A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AA4A1-BF45-79C6-07B0-F40D4CCDB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Factory</a:t>
            </a:r>
            <a:r>
              <a:rPr lang="nl-NL" dirty="0"/>
              <a:t> waar gebruiken?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2F08B-161F-7569-8191-754F691AE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21774" cy="5032375"/>
          </a:xfrm>
        </p:spPr>
        <p:txBody>
          <a:bodyPr>
            <a:normAutofit/>
          </a:bodyPr>
          <a:lstStyle/>
          <a:p>
            <a:r>
              <a:rPr lang="en-US" dirty="0"/>
              <a:t>Voor nu even in de </a:t>
            </a:r>
            <a:r>
              <a:rPr lang="en-US" dirty="0" err="1"/>
              <a:t>DatabaseSeeder</a:t>
            </a:r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2ABD83-9F04-3B19-0C9C-670C011BAD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551" r="18412"/>
          <a:stretch>
            <a:fillRect/>
          </a:stretch>
        </p:blipFill>
        <p:spPr>
          <a:xfrm>
            <a:off x="6390115" y="3027479"/>
            <a:ext cx="5801885" cy="34809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11729D-9E75-83FB-72A2-0AFE094A43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511" b="11860"/>
          <a:stretch>
            <a:fillRect/>
          </a:stretch>
        </p:blipFill>
        <p:spPr>
          <a:xfrm>
            <a:off x="445255" y="3027479"/>
            <a:ext cx="5876321" cy="364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799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7F779-162F-13DB-70CD-5FF71D71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A929D-7711-1345-0F5B-151959A7C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Resultaat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87209-C477-59D8-168C-1793FA12E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4187" cy="1097457"/>
          </a:xfrm>
        </p:spPr>
        <p:txBody>
          <a:bodyPr>
            <a:normAutofit/>
          </a:bodyPr>
          <a:lstStyle/>
          <a:p>
            <a:r>
              <a:rPr lang="en-US" dirty="0" err="1"/>
              <a:t>Tabellen</a:t>
            </a:r>
            <a:r>
              <a:rPr lang="en-US" dirty="0"/>
              <a:t> met data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5DCA22-D875-6220-CE50-1D69F8B2E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744" y="2026328"/>
            <a:ext cx="5478750" cy="44665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A51CA3-78F6-2E78-1E72-D9F230AED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60" y="3339059"/>
            <a:ext cx="512445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519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128</Words>
  <Application>Microsoft Office PowerPoint</Application>
  <PresentationFormat>Widescreen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Models</vt:lpstr>
      <vt:lpstr>Deze les</vt:lpstr>
      <vt:lpstr>Create migration met artisan</vt:lpstr>
      <vt:lpstr>Voorbeeld </vt:lpstr>
      <vt:lpstr>Voorbeeld </vt:lpstr>
      <vt:lpstr>Migration aanpassen</vt:lpstr>
      <vt:lpstr>Factory invullen</vt:lpstr>
      <vt:lpstr>Factory waar gebruiken?</vt:lpstr>
      <vt:lpstr>Resultaat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Dragan Javorac</dc:creator>
  <cp:lastModifiedBy>Dragan Javorac</cp:lastModifiedBy>
  <cp:revision>42</cp:revision>
  <dcterms:created xsi:type="dcterms:W3CDTF">2026-01-26T11:26:42Z</dcterms:created>
  <dcterms:modified xsi:type="dcterms:W3CDTF">2026-04-23T14:53:43Z</dcterms:modified>
</cp:coreProperties>
</file>