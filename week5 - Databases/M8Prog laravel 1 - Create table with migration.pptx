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7" r:id="rId4"/>
    <p:sldId id="279" r:id="rId5"/>
    <p:sldId id="280" r:id="rId6"/>
    <p:sldId id="281" r:id="rId7"/>
    <p:sldId id="283" r:id="rId8"/>
    <p:sldId id="282" r:id="rId9"/>
    <p:sldId id="284" r:id="rId10"/>
    <p:sldId id="286" r:id="rId11"/>
    <p:sldId id="285" r:id="rId12"/>
    <p:sldId id="288" r:id="rId1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9BEBEA-BBE0-44F3-9C90-FC4681E62C52}" v="5" dt="2026-04-21T06:31:2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undo custSel addSld delSld modSld sldOrd">
      <pc:chgData name="Dragan Javorac" userId="913c2858-fb97-4c6e-a42c-b1f1a16b225e" providerId="ADAL" clId="{BC00D9DF-F858-4149-8B7B-F211D448CEDA}" dt="2026-04-21T06:31:29.225" v="1551" actId="1076"/>
      <pc:docMkLst>
        <pc:docMk/>
      </pc:docMkLst>
      <pc:sldChg chg="modSp mod">
        <pc:chgData name="Dragan Javorac" userId="913c2858-fb97-4c6e-a42c-b1f1a16b225e" providerId="ADAL" clId="{BC00D9DF-F858-4149-8B7B-F211D448CEDA}" dt="2026-04-21T06:30:51.987" v="1548" actId="20577"/>
        <pc:sldMkLst>
          <pc:docMk/>
          <pc:sldMk cId="1675132989" sldId="256"/>
        </pc:sldMkLst>
        <pc:spChg chg="mod">
          <ac:chgData name="Dragan Javorac" userId="913c2858-fb97-4c6e-a42c-b1f1a16b225e" providerId="ADAL" clId="{BC00D9DF-F858-4149-8B7B-F211D448CEDA}" dt="2026-04-21T06:30:46.256" v="1532" actId="20577"/>
          <ac:spMkLst>
            <pc:docMk/>
            <pc:sldMk cId="1675132989" sldId="256"/>
            <ac:spMk id="2" creationId="{2DE44B35-1FE4-9587-2810-66AD4B1C8B85}"/>
          </ac:spMkLst>
        </pc:spChg>
        <pc:spChg chg="mod">
          <ac:chgData name="Dragan Javorac" userId="913c2858-fb97-4c6e-a42c-b1f1a16b225e" providerId="ADAL" clId="{BC00D9DF-F858-4149-8B7B-F211D448CEDA}" dt="2026-04-21T06:30:51.987" v="1548" actId="20577"/>
          <ac:spMkLst>
            <pc:docMk/>
            <pc:sldMk cId="1675132989" sldId="256"/>
            <ac:spMk id="3" creationId="{B805F77B-6020-B0DD-1FB2-BB27CC2A9969}"/>
          </ac:spMkLst>
        </pc:spChg>
      </pc:sldChg>
      <pc:sldChg chg="modSp mod">
        <pc:chgData name="Dragan Javorac" userId="913c2858-fb97-4c6e-a42c-b1f1a16b225e" providerId="ADAL" clId="{BC00D9DF-F858-4149-8B7B-F211D448CEDA}" dt="2026-04-21T06:29:46.961" v="1493" actId="20577"/>
        <pc:sldMkLst>
          <pc:docMk/>
          <pc:sldMk cId="1221871206" sldId="258"/>
        </pc:sldMkLst>
        <pc:spChg chg="mod">
          <ac:chgData name="Dragan Javorac" userId="913c2858-fb97-4c6e-a42c-b1f1a16b225e" providerId="ADAL" clId="{BC00D9DF-F858-4149-8B7B-F211D448CEDA}" dt="2026-04-21T06:29:46.961" v="1493" actId="20577"/>
          <ac:spMkLst>
            <pc:docMk/>
            <pc:sldMk cId="1221871206" sldId="258"/>
            <ac:spMk id="3" creationId="{C6629818-6211-064B-9795-C8B695EA634D}"/>
          </ac:spMkLst>
        </pc:spChg>
      </pc:sldChg>
      <pc:sldChg chg="modSp mod">
        <pc:chgData name="Dragan Javorac" userId="913c2858-fb97-4c6e-a42c-b1f1a16b225e" providerId="ADAL" clId="{BC00D9DF-F858-4149-8B7B-F211D448CEDA}" dt="2026-04-21T06:31:29.225" v="1551" actId="1076"/>
        <pc:sldMkLst>
          <pc:docMk/>
          <pc:sldMk cId="2958205250" sldId="268"/>
        </pc:sldMkLst>
        <pc:spChg chg="mod">
          <ac:chgData name="Dragan Javorac" userId="913c2858-fb97-4c6e-a42c-b1f1a16b225e" providerId="ADAL" clId="{BC00D9DF-F858-4149-8B7B-F211D448CEDA}" dt="2026-04-21T06:31:26.373" v="1550"/>
          <ac:spMkLst>
            <pc:docMk/>
            <pc:sldMk cId="2958205250" sldId="268"/>
            <ac:spMk id="3" creationId="{7B345680-E440-469E-1742-6BF0A39AA215}"/>
          </ac:spMkLst>
        </pc:spChg>
        <pc:picChg chg="mod">
          <ac:chgData name="Dragan Javorac" userId="913c2858-fb97-4c6e-a42c-b1f1a16b225e" providerId="ADAL" clId="{BC00D9DF-F858-4149-8B7B-F211D448CEDA}" dt="2026-04-21T06:31:29.225" v="1551" actId="1076"/>
          <ac:picMkLst>
            <pc:docMk/>
            <pc:sldMk cId="2958205250" sldId="268"/>
            <ac:picMk id="6" creationId="{2A45DB95-66C0-0C2A-EACC-E9DA05A50BD2}"/>
          </ac:picMkLst>
        </pc:picChg>
      </pc:sldChg>
      <pc:sldChg chg="modSp add mod">
        <pc:chgData name="Dragan Javorac" userId="913c2858-fb97-4c6e-a42c-b1f1a16b225e" providerId="ADAL" clId="{BC00D9DF-F858-4149-8B7B-F211D448CEDA}" dt="2026-04-21T06:30:17.951" v="1524" actId="20577"/>
        <pc:sldMkLst>
          <pc:docMk/>
          <pc:sldMk cId="2424861610" sldId="275"/>
        </pc:sldMkLst>
        <pc:spChg chg="mod">
          <ac:chgData name="Dragan Javorac" userId="913c2858-fb97-4c6e-a42c-b1f1a16b225e" providerId="ADAL" clId="{BC00D9DF-F858-4149-8B7B-F211D448CEDA}" dt="2026-04-21T06:29:55.409" v="1518" actId="20577"/>
          <ac:spMkLst>
            <pc:docMk/>
            <pc:sldMk cId="2424861610" sldId="275"/>
            <ac:spMk id="2" creationId="{801A5BE9-3267-3F45-1242-0020BF8BDEB8}"/>
          </ac:spMkLst>
        </pc:spChg>
        <pc:spChg chg="mod">
          <ac:chgData name="Dragan Javorac" userId="913c2858-fb97-4c6e-a42c-b1f1a16b225e" providerId="ADAL" clId="{BC00D9DF-F858-4149-8B7B-F211D448CEDA}" dt="2026-04-21T06:30:17.951" v="1524" actId="20577"/>
          <ac:spMkLst>
            <pc:docMk/>
            <pc:sldMk cId="2424861610" sldId="275"/>
            <ac:spMk id="3" creationId="{ACB7769B-FA93-ED61-F939-9353ABC102F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8319-B0C4-68AC-F7FB-643FD3259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7E276-0E73-75E5-9B5A-7ADC936B6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1F41C-167E-0027-B0A6-4C0A3B6E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BAA01-6741-0360-F2F4-B53927BBD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356F2-E03D-0BA5-D4A9-536DE890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395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20204-1784-387E-BF9F-695F74C7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26295-2F37-A4B5-3175-FC96ACC91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1B2CC-B9C5-081C-2A95-4F2A7249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D52CB-F027-3AEF-5F3E-A7C3BF34E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A8CFA-13B4-9F98-25D2-F17D657D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965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192E-31E7-6424-69C1-A413739B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3B43C-80EE-648B-7DBC-CD4AB2E29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2D72C-BE37-8755-2E55-C42777EC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5F52-0334-DC8E-6002-BBEC3952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ECE6B-DF78-8160-BC51-FD343131C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72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148F-3840-866D-270A-66AFB87B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9B78-206E-0227-523A-2D064A0BD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81934-9F46-5E43-77CE-D69848875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DE3D5-A960-204C-57A2-D7B16095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58872-104C-5663-3CF2-CB1FB7792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56C11-0448-3492-DB1F-282027C5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306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94CA-92C8-DB33-6F49-1372970D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7B400-781F-4021-D786-FB4A25DE8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5F8FB-3FE6-C7C1-6417-CF8E5219D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E1B16-FA36-8538-979A-19A9FEE78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26F96-D6EA-122D-8B0C-D12428F65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A17CF-E598-C148-6C77-72F361DC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3788B-6C3F-C187-499A-DCE92969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1EBD4A-A937-B54E-1F88-04E47A24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6805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56CC5-02BD-6435-B6E2-0BF8CB94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13DDE-8947-FEEC-5F79-588CBDC9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C63F6-0FCC-D92B-F94B-12B5A8C8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2D613-8B93-C1D7-B3AE-F771FA61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635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AE490-DCE1-1BCD-B51F-7956E33A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6A1146-32C3-FBC2-EFF5-9F50BF89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59564-076E-1D1B-FF98-1045514E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583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1678-D44A-5046-5FCC-887FAFD6B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ADA7A-E154-A9AE-A605-43AA295A5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7FBAC-7845-F2A0-F288-A9827DBED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30C6F-114E-9F38-8690-258743C14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EDCBB-423D-BD44-3C1C-83696A57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D70BC-E4B8-50EC-6FA1-071C3535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842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E08F9-28B8-6638-DA8C-10D29577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32315-F438-1ECF-4AE1-240FE9626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6BF94-CA6C-5602-485A-F83383E26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3788E-BF4B-7FBE-DD32-1D2D474E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0969B-807C-55C8-E026-54082DCE0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39243-D71F-1BD8-9C66-5F76D610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15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8280-271B-600C-46C8-A643B944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6E182-817A-EB2C-D245-A955D3262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A6554-967F-8411-A2AE-082C0AD1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08AFC-C5C6-F9CA-7F48-4689E6A0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3E352-FDEE-5F9C-53E4-9F5A5DB0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85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7A3BC3-8D89-84D2-B655-7D5CFAAF8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BC103-99F0-0E68-E287-9702F9AA2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10B68-EBE0-ED92-5630-2DCA33612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17EBE-D39D-0CE1-0585-85186E74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FF872-0B41-B243-A277-474C4E2E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716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8B3E2D-FEE8-6BAC-E7E7-2920CED7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0BAC4-E475-DBC1-95B7-79E8C1B25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6F086-8DEA-8E9D-3299-D21663FFB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2B3E5-DD03-7942-8934-3FBD96587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EF6F8-364E-DDD3-7201-6E86C869D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26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laravel.com/docs/13.x/migrations#rolling-back-migration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progsen/m8prog_laravel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44B35-1FE4-9587-2810-66AD4B1C8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Migrations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5F77B-6020-B0DD-1FB2-BB27CC2A99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Code first</a:t>
            </a:r>
          </a:p>
        </p:txBody>
      </p:sp>
    </p:spTree>
    <p:extLst>
      <p:ext uri="{BB962C8B-B14F-4D97-AF65-F5344CB8AC3E}">
        <p14:creationId xmlns:p14="http://schemas.microsoft.com/office/powerpoint/2010/main" val="1675132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86EF3-069F-B02A-49D5-3E4E8EF0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942F-69E7-AC59-F94F-AD068890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29818-6211-064B-9795-C8B695EA6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Begrijpen jullie hoe je een </a:t>
            </a:r>
            <a:r>
              <a:rPr lang="nl-NL" dirty="0" err="1"/>
              <a:t>table</a:t>
            </a:r>
            <a:r>
              <a:rPr lang="nl-NL" dirty="0"/>
              <a:t> met een </a:t>
            </a:r>
            <a:r>
              <a:rPr lang="nl-NL" dirty="0" err="1"/>
              <a:t>migration</a:t>
            </a:r>
            <a:r>
              <a:rPr lang="nl-NL" dirty="0"/>
              <a:t> kan maken</a:t>
            </a:r>
          </a:p>
        </p:txBody>
      </p:sp>
    </p:spTree>
    <p:extLst>
      <p:ext uri="{BB962C8B-B14F-4D97-AF65-F5344CB8AC3E}">
        <p14:creationId xmlns:p14="http://schemas.microsoft.com/office/powerpoint/2010/main" val="122187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AC551-F91A-1686-1989-43025ACD0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2DB15-276A-50BB-E8DB-5A9AC1730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Begrip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6A3B7-5D09-A620-E5D2-A65D0B261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309734" cy="4351338"/>
          </a:xfrm>
        </p:spPr>
        <p:txBody>
          <a:bodyPr/>
          <a:lstStyle/>
          <a:p>
            <a:r>
              <a:rPr lang="nl-NL" dirty="0"/>
              <a:t>Voorbeeld</a:t>
            </a:r>
          </a:p>
          <a:p>
            <a:endParaRPr lang="nl-NL" dirty="0"/>
          </a:p>
          <a:p>
            <a:r>
              <a:rPr lang="nl-NL" dirty="0"/>
              <a:t>Uit de </a:t>
            </a:r>
            <a:r>
              <a:rPr lang="nl-NL" dirty="0" err="1"/>
              <a:t>nexed</a:t>
            </a:r>
            <a:r>
              <a:rPr lang="nl-NL" dirty="0"/>
              <a:t> oefening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FE5558-4D9E-72E0-2343-6B457A6A3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393" y="0"/>
            <a:ext cx="86566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064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9B69D-43AA-081B-3EC6-1B40FEF73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C5723-394A-BF10-CA8E-5249A9FFA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ERD?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643FD-3D00-D68D-92A8-F9E7299A2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38928" cy="1822347"/>
          </a:xfrm>
        </p:spPr>
        <p:txBody>
          <a:bodyPr/>
          <a:lstStyle/>
          <a:p>
            <a:r>
              <a:rPr lang="nl-NL" dirty="0"/>
              <a:t>Wij via ERD</a:t>
            </a:r>
          </a:p>
          <a:p>
            <a:r>
              <a:rPr lang="nl-NL" dirty="0"/>
              <a:t>Kan ook via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71858-EFCC-E697-B0C7-986F036535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29" t="17705" r="4041" b="34426"/>
          <a:stretch>
            <a:fillRect/>
          </a:stretch>
        </p:blipFill>
        <p:spPr>
          <a:xfrm>
            <a:off x="4532026" y="365125"/>
            <a:ext cx="7914807" cy="32828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298190-9152-ED71-C29F-2C9EA47C7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77" y="3762375"/>
            <a:ext cx="6810375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792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227AA-77B9-1E02-47A1-50297CB0F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C4F91-85BB-2B98-76F4-08EC3392C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Create</a:t>
            </a:r>
            <a:r>
              <a:rPr lang="nl-NL" dirty="0"/>
              <a:t> </a:t>
            </a:r>
            <a:r>
              <a:rPr lang="nl-NL" dirty="0" err="1"/>
              <a:t>migration</a:t>
            </a:r>
            <a:r>
              <a:rPr lang="nl-NL" dirty="0"/>
              <a:t> met </a:t>
            </a:r>
            <a:r>
              <a:rPr lang="nl-NL" dirty="0" err="1"/>
              <a:t>artisan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E5BB8-BA6A-A790-F448-5A656B02A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38928" cy="1822347"/>
          </a:xfrm>
        </p:spPr>
        <p:txBody>
          <a:bodyPr/>
          <a:lstStyle/>
          <a:p>
            <a:r>
              <a:rPr lang="nl-NL" dirty="0"/>
              <a:t>Wij via ERD</a:t>
            </a:r>
          </a:p>
          <a:p>
            <a:r>
              <a:rPr lang="nl-NL" dirty="0"/>
              <a:t>Kan ook via code</a:t>
            </a:r>
          </a:p>
        </p:txBody>
      </p:sp>
    </p:spTree>
    <p:extLst>
      <p:ext uri="{BB962C8B-B14F-4D97-AF65-F5344CB8AC3E}">
        <p14:creationId xmlns:p14="http://schemas.microsoft.com/office/powerpoint/2010/main" val="3586292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80325-9029-FBA7-91EA-E14913439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58B1C-3206-A03E-B12B-1778517B8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Rollback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5CEB4-58CB-C0A3-8D3D-88F3C3F89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025328" cy="3301011"/>
          </a:xfrm>
        </p:spPr>
        <p:txBody>
          <a:bodyPr>
            <a:normAutofit fontScale="92500" lnSpcReduction="20000"/>
          </a:bodyPr>
          <a:lstStyle/>
          <a:p>
            <a:r>
              <a:rPr lang="nl-NL" dirty="0" err="1"/>
              <a:t>php</a:t>
            </a:r>
            <a:r>
              <a:rPr lang="nl-NL" dirty="0"/>
              <a:t> </a:t>
            </a:r>
            <a:r>
              <a:rPr lang="nl-NL" dirty="0" err="1"/>
              <a:t>artisan</a:t>
            </a:r>
            <a:r>
              <a:rPr lang="nl-NL" dirty="0"/>
              <a:t> </a:t>
            </a:r>
            <a:r>
              <a:rPr lang="nl-NL" dirty="0" err="1"/>
              <a:t>migrate:rollback</a:t>
            </a:r>
            <a:endParaRPr lang="nl-NL" dirty="0"/>
          </a:p>
          <a:p>
            <a:endParaRPr lang="nl-NL" dirty="0"/>
          </a:p>
          <a:p>
            <a:pPr lvl="1"/>
            <a:r>
              <a:rPr lang="nl-NL" dirty="0"/>
              <a:t>Runt de down methode van je </a:t>
            </a:r>
            <a:r>
              <a:rPr lang="nl-NL" dirty="0" err="1"/>
              <a:t>migration</a:t>
            </a:r>
            <a:endParaRPr lang="nl-NL" dirty="0"/>
          </a:p>
          <a:p>
            <a:pPr lvl="1"/>
            <a:r>
              <a:rPr lang="nl-NL" dirty="0"/>
              <a:t>Meer voor productie/uitrollen dan voor </a:t>
            </a:r>
            <a:r>
              <a:rPr lang="nl-NL" dirty="0" err="1"/>
              <a:t>dev</a:t>
            </a:r>
            <a:endParaRPr lang="nl-NL" dirty="0"/>
          </a:p>
          <a:p>
            <a:pPr lvl="1"/>
            <a:r>
              <a:rPr lang="nl-NL" dirty="0"/>
              <a:t>In </a:t>
            </a:r>
            <a:r>
              <a:rPr lang="nl-NL" dirty="0" err="1"/>
              <a:t>dev</a:t>
            </a:r>
            <a:r>
              <a:rPr lang="nl-NL"/>
              <a:t>:</a:t>
            </a:r>
          </a:p>
          <a:p>
            <a:pPr lvl="2"/>
            <a:r>
              <a:rPr lang="nl-NL"/>
              <a:t> </a:t>
            </a:r>
            <a:r>
              <a:rPr lang="nl-NL" dirty="0"/>
              <a:t>testen van een </a:t>
            </a:r>
            <a:r>
              <a:rPr lang="nl-NL" dirty="0" err="1"/>
              <a:t>rollback</a:t>
            </a:r>
            <a:r>
              <a:rPr lang="nl-NL" dirty="0"/>
              <a:t> of weghalen van een feature in productie</a:t>
            </a:r>
          </a:p>
          <a:p>
            <a:endParaRPr lang="nl-NL" dirty="0"/>
          </a:p>
          <a:p>
            <a:r>
              <a:rPr lang="nl-NL" dirty="0"/>
              <a:t>Check de </a:t>
            </a:r>
            <a:r>
              <a:rPr lang="nl-NL" dirty="0" err="1"/>
              <a:t>docs</a:t>
            </a:r>
            <a:r>
              <a:rPr lang="nl-NL" dirty="0"/>
              <a:t>:</a:t>
            </a:r>
          </a:p>
          <a:p>
            <a:pPr lvl="1"/>
            <a:r>
              <a:rPr lang="nl-NL" dirty="0">
                <a:hlinkClick r:id="rId2"/>
              </a:rPr>
              <a:t>https://laravel.com/docs/13.x/migrations#rolling-back-migrations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9779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486D-DB6E-B9C9-2A06-FFE8A0FC2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7A0AD-A6A2-5635-5012-B95CA700E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overnieuw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60A03-4302-E1ED-2760-30C2767A5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025328" cy="3301011"/>
          </a:xfrm>
        </p:spPr>
        <p:txBody>
          <a:bodyPr>
            <a:normAutofit/>
          </a:bodyPr>
          <a:lstStyle/>
          <a:p>
            <a:r>
              <a:rPr lang="nl-NL" dirty="0" err="1"/>
              <a:t>php</a:t>
            </a:r>
            <a:r>
              <a:rPr lang="nl-NL" dirty="0"/>
              <a:t> </a:t>
            </a:r>
            <a:r>
              <a:rPr lang="nl-NL" dirty="0" err="1"/>
              <a:t>artisan</a:t>
            </a:r>
            <a:r>
              <a:rPr lang="nl-NL" dirty="0"/>
              <a:t> </a:t>
            </a:r>
            <a:r>
              <a:rPr lang="nl-NL" dirty="0" err="1"/>
              <a:t>migrate:fresh</a:t>
            </a:r>
            <a:endParaRPr lang="nl-NL" dirty="0"/>
          </a:p>
          <a:p>
            <a:pPr lvl="1"/>
            <a:r>
              <a:rPr lang="nl-NL" dirty="0"/>
              <a:t>Haalt alles weg</a:t>
            </a:r>
          </a:p>
          <a:p>
            <a:pPr lvl="1"/>
            <a:r>
              <a:rPr lang="nl-NL" dirty="0"/>
              <a:t>Reset de database</a:t>
            </a:r>
          </a:p>
          <a:p>
            <a:endParaRPr lang="nl-NL" dirty="0"/>
          </a:p>
          <a:p>
            <a:r>
              <a:rPr lang="nl-NL" dirty="0"/>
              <a:t>Met data (als je </a:t>
            </a:r>
            <a:r>
              <a:rPr lang="nl-NL" dirty="0" err="1"/>
              <a:t>seeders</a:t>
            </a:r>
            <a:r>
              <a:rPr lang="nl-NL" dirty="0"/>
              <a:t> hebt)</a:t>
            </a:r>
          </a:p>
          <a:p>
            <a:pPr lvl="1"/>
            <a:r>
              <a:rPr lang="nl-NL" dirty="0" err="1"/>
              <a:t>php</a:t>
            </a:r>
            <a:r>
              <a:rPr lang="nl-NL" dirty="0"/>
              <a:t> </a:t>
            </a:r>
            <a:r>
              <a:rPr lang="nl-NL" dirty="0" err="1"/>
              <a:t>artisan</a:t>
            </a:r>
            <a:r>
              <a:rPr lang="nl-NL" dirty="0"/>
              <a:t> </a:t>
            </a:r>
            <a:r>
              <a:rPr lang="nl-NL" dirty="0" err="1"/>
              <a:t>migrate:fresh</a:t>
            </a:r>
            <a:r>
              <a:rPr lang="nl-NL" dirty="0"/>
              <a:t> --</a:t>
            </a:r>
            <a:r>
              <a:rPr lang="nl-NL" dirty="0" err="1"/>
              <a:t>seed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91290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7CDBC-D8D6-38BC-FA83-BE370B474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5812C-2FFC-D9B9-77A1-A82A415BA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Changes over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A7970-B80E-2B9B-75CF-15B4E632A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74443" cy="4667250"/>
          </a:xfrm>
        </p:spPr>
        <p:txBody>
          <a:bodyPr/>
          <a:lstStyle/>
          <a:p>
            <a:r>
              <a:rPr lang="nl-NL" dirty="0"/>
              <a:t>Nieuwe </a:t>
            </a:r>
            <a:r>
              <a:rPr lang="nl-NL" dirty="0" err="1"/>
              <a:t>migration</a:t>
            </a:r>
            <a:r>
              <a:rPr lang="nl-NL" dirty="0"/>
              <a:t> NA de originele</a:t>
            </a:r>
          </a:p>
        </p:txBody>
      </p:sp>
    </p:spTree>
    <p:extLst>
      <p:ext uri="{BB962C8B-B14F-4D97-AF65-F5344CB8AC3E}">
        <p14:creationId xmlns:p14="http://schemas.microsoft.com/office/powerpoint/2010/main" val="1323915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31E72-264A-430F-6A67-42CE0943B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2071C-5291-907D-CD39-6258F7498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6A674-9480-5008-DB82-372E1238B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74443" cy="4667250"/>
          </a:xfrm>
        </p:spPr>
        <p:txBody>
          <a:bodyPr/>
          <a:lstStyle/>
          <a:p>
            <a:r>
              <a:rPr lang="nl-NL" dirty="0"/>
              <a:t>Voorbeeld uit de documentatie: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Dit wordt bv een relatie naar users</a:t>
            </a:r>
          </a:p>
          <a:p>
            <a:pPr lvl="1"/>
            <a:r>
              <a:rPr lang="nl-NL" dirty="0"/>
              <a:t>Let op de meervoud!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A86818-C212-FFBF-25F2-20DAC556A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101" y="2342238"/>
            <a:ext cx="8854191" cy="238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223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29353-CAC0-8D27-4DFB-51C6EF9FE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EC615-BFEF-6251-24C6-2F211E9E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MAAR! Geen </a:t>
            </a:r>
            <a:r>
              <a:rPr lang="nl-NL" dirty="0" err="1"/>
              <a:t>constraint</a:t>
            </a:r>
            <a:r>
              <a:rPr lang="nl-NL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E68E6-A2A1-1F0C-266F-447689AAD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74443" cy="4667250"/>
          </a:xfrm>
        </p:spPr>
        <p:txBody>
          <a:bodyPr/>
          <a:lstStyle/>
          <a:p>
            <a:r>
              <a:rPr lang="nl-NL" dirty="0"/>
              <a:t>Dat maar alleen een </a:t>
            </a:r>
            <a:r>
              <a:rPr lang="nl-NL" dirty="0" err="1"/>
              <a:t>colom</a:t>
            </a:r>
            <a:r>
              <a:rPr lang="nl-NL" dirty="0"/>
              <a:t> geen relatie…</a:t>
            </a:r>
          </a:p>
          <a:p>
            <a:pPr lvl="1"/>
            <a:r>
              <a:rPr lang="nl-NL" dirty="0"/>
              <a:t>Dat willen we niet</a:t>
            </a:r>
          </a:p>
          <a:p>
            <a:pPr lvl="1"/>
            <a:endParaRPr lang="nl-NL" dirty="0"/>
          </a:p>
          <a:p>
            <a:r>
              <a:rPr lang="nl-NL" dirty="0"/>
              <a:t>Zo wel (net als met een ERD)</a:t>
            </a:r>
          </a:p>
          <a:p>
            <a:pPr lvl="1"/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4E4550-B21B-069F-893C-179F3782F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246" y="3983309"/>
            <a:ext cx="6967382" cy="17229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781ABB-6566-B233-1F8F-A5F68E41D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246" y="6007100"/>
            <a:ext cx="9806495" cy="82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039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4B7BF-93D0-5289-AE13-5C0672841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6051F-F014-43F1-3BF6-6E0B364B9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Volledige controle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847E11-6483-26D4-E60C-3183EEB52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542" y="1398609"/>
            <a:ext cx="9654915" cy="5459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569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F234-F0BE-1B32-045B-1392113FB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A692-78E3-882F-D8B1-33931901F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639E8-D6B9-2C26-7E9C-B98B2FFAD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757472" cy="4380303"/>
          </a:xfrm>
        </p:spPr>
        <p:txBody>
          <a:bodyPr/>
          <a:lstStyle/>
          <a:p>
            <a:r>
              <a:rPr lang="nl-NL" dirty="0"/>
              <a:t>In de les en huiswerk</a:t>
            </a:r>
          </a:p>
          <a:p>
            <a:pPr lvl="1"/>
            <a:r>
              <a:rPr lang="nl-NL" dirty="0"/>
              <a:t>(af voor de les volgende week)</a:t>
            </a:r>
            <a:endParaRPr lang="nl-NL" dirty="0">
              <a:hlinkClick r:id="" action="ppaction://noaction"/>
            </a:endParaRPr>
          </a:p>
          <a:p>
            <a:endParaRPr lang="nl-NL" dirty="0">
              <a:hlinkClick r:id="" action="ppaction://noaction"/>
            </a:endParaRPr>
          </a:p>
          <a:p>
            <a:r>
              <a:rPr lang="nl-NL" dirty="0">
                <a:hlinkClick r:id="rId2"/>
              </a:rPr>
              <a:t>https://github.com/progsen/m8prog_laravel/</a:t>
            </a:r>
            <a:endParaRPr lang="nl-NL" dirty="0"/>
          </a:p>
          <a:p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C69AF5-B83D-529C-6039-52599C509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484" y="4970487"/>
            <a:ext cx="7418421" cy="77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27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205</Words>
  <Application>Microsoft Office PowerPoint</Application>
  <PresentationFormat>Widescreen</PresentationFormat>
  <Paragraphs>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Migrations</vt:lpstr>
      <vt:lpstr>Deze les</vt:lpstr>
      <vt:lpstr>Begrip</vt:lpstr>
      <vt:lpstr>ERD?</vt:lpstr>
      <vt:lpstr>Create migration met artisan</vt:lpstr>
      <vt:lpstr>Rollback</vt:lpstr>
      <vt:lpstr>overnieuw</vt:lpstr>
      <vt:lpstr>Changes over time</vt:lpstr>
      <vt:lpstr>Relations</vt:lpstr>
      <vt:lpstr>MAAR! Geen constraint…</vt:lpstr>
      <vt:lpstr>Volledige controle</vt:lpstr>
      <vt:lpstr>Deze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Dragan Javorac</dc:creator>
  <cp:lastModifiedBy>Dragan Javorac</cp:lastModifiedBy>
  <cp:revision>32</cp:revision>
  <dcterms:created xsi:type="dcterms:W3CDTF">2026-01-26T11:26:42Z</dcterms:created>
  <dcterms:modified xsi:type="dcterms:W3CDTF">2026-04-23T13:00:35Z</dcterms:modified>
</cp:coreProperties>
</file>