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9" r:id="rId4"/>
    <p:sldId id="291" r:id="rId5"/>
    <p:sldId id="292" r:id="rId6"/>
    <p:sldId id="290" r:id="rId7"/>
    <p:sldId id="293" r:id="rId8"/>
    <p:sldId id="288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A84044-294B-4325-A976-FFE360396125}" v="1" dt="2026-04-23T07:03:53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">
      <pc:chgData name="Dragan Javorac" userId="913c2858-fb97-4c6e-a42c-b1f1a16b225e" providerId="ADAL" clId="{BC00D9DF-F858-4149-8B7B-F211D448CEDA}" dt="2026-04-23T07:06:35.862" v="695" actId="1076"/>
      <pc:docMkLst>
        <pc:docMk/>
      </pc:docMkLst>
      <pc:sldChg chg="modSp mod">
        <pc:chgData name="Dragan Javorac" userId="913c2858-fb97-4c6e-a42c-b1f1a16b225e" providerId="ADAL" clId="{BC00D9DF-F858-4149-8B7B-F211D448CEDA}" dt="2026-04-23T07:03:40.379" v="643" actId="20577"/>
        <pc:sldMkLst>
          <pc:docMk/>
          <pc:sldMk cId="1675132989" sldId="256"/>
        </pc:sldMkLst>
        <pc:spChg chg="mod">
          <ac:chgData name="Dragan Javorac" userId="913c2858-fb97-4c6e-a42c-b1f1a16b225e" providerId="ADAL" clId="{BC00D9DF-F858-4149-8B7B-F211D448CEDA}" dt="2026-04-23T07:03:40.379" v="643" actId="20577"/>
          <ac:spMkLst>
            <pc:docMk/>
            <pc:sldMk cId="1675132989" sldId="256"/>
            <ac:spMk id="3" creationId="{B805F77B-6020-B0DD-1FB2-BB27CC2A9969}"/>
          </ac:spMkLst>
        </pc:spChg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3562003202" sldId="266"/>
        </pc:sldMkLst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3741599105" sldId="267"/>
        </pc:sldMkLst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1783440860" sldId="268"/>
        </pc:sldMkLst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3540641251" sldId="269"/>
        </pc:sldMkLst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1682717672" sldId="270"/>
        </pc:sldMkLst>
      </pc:sldChg>
      <pc:sldChg chg="del">
        <pc:chgData name="Dragan Javorac" userId="913c2858-fb97-4c6e-a42c-b1f1a16b225e" providerId="ADAL" clId="{BC00D9DF-F858-4149-8B7B-F211D448CEDA}" dt="2026-04-23T07:03:45.029" v="644" actId="47"/>
        <pc:sldMkLst>
          <pc:docMk/>
          <pc:sldMk cId="965935607" sldId="271"/>
        </pc:sldMkLst>
      </pc:sldChg>
      <pc:sldChg chg="addSp delSp modSp add mod">
        <pc:chgData name="Dragan Javorac" userId="913c2858-fb97-4c6e-a42c-b1f1a16b225e" providerId="ADAL" clId="{BC00D9DF-F858-4149-8B7B-F211D448CEDA}" dt="2026-04-20T15:04:46.136" v="551" actId="1076"/>
        <pc:sldMkLst>
          <pc:docMk/>
          <pc:sldMk cId="1569527089" sldId="288"/>
        </pc:sldMkLst>
        <pc:picChg chg="add mod">
          <ac:chgData name="Dragan Javorac" userId="913c2858-fb97-4c6e-a42c-b1f1a16b225e" providerId="ADAL" clId="{BC00D9DF-F858-4149-8B7B-F211D448CEDA}" dt="2026-04-20T15:04:46.136" v="551" actId="1076"/>
          <ac:picMkLst>
            <pc:docMk/>
            <pc:sldMk cId="1569527089" sldId="288"/>
            <ac:picMk id="5" creationId="{83084535-B402-F0FA-B72E-CA604E155F75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03:06.976" v="626" actId="1076"/>
        <pc:sldMkLst>
          <pc:docMk/>
          <pc:sldMk cId="3341946122" sldId="289"/>
        </pc:sldMkLst>
        <pc:spChg chg="mod">
          <ac:chgData name="Dragan Javorac" userId="913c2858-fb97-4c6e-a42c-b1f1a16b225e" providerId="ADAL" clId="{BC00D9DF-F858-4149-8B7B-F211D448CEDA}" dt="2026-04-23T06:55:56.712" v="571" actId="20577"/>
          <ac:spMkLst>
            <pc:docMk/>
            <pc:sldMk cId="3341946122" sldId="289"/>
            <ac:spMk id="2" creationId="{BCDBA1FF-C879-1F99-8A4E-706D1BF8DD35}"/>
          </ac:spMkLst>
        </pc:spChg>
        <pc:spChg chg="mod">
          <ac:chgData name="Dragan Javorac" userId="913c2858-fb97-4c6e-a42c-b1f1a16b225e" providerId="ADAL" clId="{BC00D9DF-F858-4149-8B7B-F211D448CEDA}" dt="2026-04-23T06:56:07.983" v="621" actId="20577"/>
          <ac:spMkLst>
            <pc:docMk/>
            <pc:sldMk cId="3341946122" sldId="289"/>
            <ac:spMk id="3" creationId="{B921DF6A-A8D9-F49C-76C3-CF8FDCCF95F5}"/>
          </ac:spMkLst>
        </pc:spChg>
        <pc:picChg chg="add mod">
          <ac:chgData name="Dragan Javorac" userId="913c2858-fb97-4c6e-a42c-b1f1a16b225e" providerId="ADAL" clId="{BC00D9DF-F858-4149-8B7B-F211D448CEDA}" dt="2026-04-23T07:03:06.976" v="626" actId="1076"/>
          <ac:picMkLst>
            <pc:docMk/>
            <pc:sldMk cId="3341946122" sldId="289"/>
            <ac:picMk id="5" creationId="{7D2F07A6-B430-7C9E-0F23-1C6068E1CC8C}"/>
          </ac:picMkLst>
        </pc:picChg>
        <pc:picChg chg="del">
          <ac:chgData name="Dragan Javorac" userId="913c2858-fb97-4c6e-a42c-b1f1a16b225e" providerId="ADAL" clId="{BC00D9DF-F858-4149-8B7B-F211D448CEDA}" dt="2026-04-23T07:03:03.126" v="622" actId="478"/>
          <ac:picMkLst>
            <pc:docMk/>
            <pc:sldMk cId="3341946122" sldId="289"/>
            <ac:picMk id="13" creationId="{847F228E-3DC6-D0C5-BFC4-F163EEFD3A55}"/>
          </ac:picMkLst>
        </pc:picChg>
      </pc:sldChg>
      <pc:sldChg chg="addSp delSp modSp add mod">
        <pc:chgData name="Dragan Javorac" userId="913c2858-fb97-4c6e-a42c-b1f1a16b225e" providerId="ADAL" clId="{BC00D9DF-F858-4149-8B7B-F211D448CEDA}" dt="2026-04-23T07:06:35.862" v="695" actId="1076"/>
        <pc:sldMkLst>
          <pc:docMk/>
          <pc:sldMk cId="2356957912" sldId="290"/>
        </pc:sldMkLst>
        <pc:spChg chg="mod">
          <ac:chgData name="Dragan Javorac" userId="913c2858-fb97-4c6e-a42c-b1f1a16b225e" providerId="ADAL" clId="{BC00D9DF-F858-4149-8B7B-F211D448CEDA}" dt="2026-04-23T07:03:57.769" v="658" actId="20577"/>
          <ac:spMkLst>
            <pc:docMk/>
            <pc:sldMk cId="2356957912" sldId="290"/>
            <ac:spMk id="2" creationId="{7D2DD8CF-6CC0-6B07-2A20-11AC79D30243}"/>
          </ac:spMkLst>
        </pc:spChg>
        <pc:spChg chg="mod">
          <ac:chgData name="Dragan Javorac" userId="913c2858-fb97-4c6e-a42c-b1f1a16b225e" providerId="ADAL" clId="{BC00D9DF-F858-4149-8B7B-F211D448CEDA}" dt="2026-04-23T07:06:14.684" v="694" actId="20577"/>
          <ac:spMkLst>
            <pc:docMk/>
            <pc:sldMk cId="2356957912" sldId="290"/>
            <ac:spMk id="3" creationId="{BAE4B848-14EE-A85C-155F-9A443053398D}"/>
          </ac:spMkLst>
        </pc:spChg>
        <pc:picChg chg="del">
          <ac:chgData name="Dragan Javorac" userId="913c2858-fb97-4c6e-a42c-b1f1a16b225e" providerId="ADAL" clId="{BC00D9DF-F858-4149-8B7B-F211D448CEDA}" dt="2026-04-23T07:06:05.971" v="659" actId="478"/>
          <ac:picMkLst>
            <pc:docMk/>
            <pc:sldMk cId="2356957912" sldId="290"/>
            <ac:picMk id="5" creationId="{40F63B5F-0ABE-4BC3-9AE3-94145D0A280D}"/>
          </ac:picMkLst>
        </pc:picChg>
        <pc:picChg chg="add mod">
          <ac:chgData name="Dragan Javorac" userId="913c2858-fb97-4c6e-a42c-b1f1a16b225e" providerId="ADAL" clId="{BC00D9DF-F858-4149-8B7B-F211D448CEDA}" dt="2026-04-23T07:06:35.862" v="695" actId="1076"/>
          <ac:picMkLst>
            <pc:docMk/>
            <pc:sldMk cId="2356957912" sldId="290"/>
            <ac:picMk id="6" creationId="{84DE4711-4E7E-9C2D-C61A-CE53925AC00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D8319-B0C4-68AC-F7FB-643FD3259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7E276-0E73-75E5-9B5A-7ADC936B6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F41C-167E-0027-B0A6-4C0A3B6E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BAA01-6741-0360-F2F4-B53927BBD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56F2-E03D-0BA5-D4A9-536DE890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5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20204-1784-387E-BF9F-695F74C7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6295-2F37-A4B5-3175-FC96ACC9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B2CC-B9C5-081C-2A95-4F2A7249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D52CB-F027-3AEF-5F3E-A7C3BF34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8CFA-13B4-9F98-25D2-F17D657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9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6192E-31E7-6424-69C1-A413739B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3B43C-80EE-648B-7DBC-CD4AB2E29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D72C-BE37-8755-2E55-C42777EC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5F52-0334-DC8E-6002-BBEC3952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ECE6B-DF78-8160-BC51-FD343131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72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48F-3840-866D-270A-66AFB87B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B78-206E-0227-523A-2D064A0BD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81934-9F46-5E43-77CE-D69848875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E3D5-A960-204C-57A2-D7B16095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58872-104C-5663-3CF2-CB1FB779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56C11-0448-3492-DB1F-282027C5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306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94CA-92C8-DB33-6F49-1372970D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7B400-781F-4021-D786-FB4A25DE8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5F8FB-3FE6-C7C1-6417-CF8E5219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1B16-FA36-8538-979A-19A9FEE78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26F96-D6EA-122D-8B0C-D12428F65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A17CF-E598-C148-6C77-72F361DC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3788B-6C3F-C187-499A-DCE92969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1EBD4A-A937-B54E-1F88-04E47A24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0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6CC5-02BD-6435-B6E2-0BF8CB9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13DDE-8947-FEEC-5F79-588CBDC9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C63F6-0FCC-D92B-F94B-12B5A8C8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2D613-8B93-C1D7-B3AE-F771FA61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635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AE490-DCE1-1BCD-B51F-7956E33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6A1146-32C3-FBC2-EFF5-9F50BF89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59564-076E-1D1B-FF98-1045514E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583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1678-D44A-5046-5FCC-887FAFD6B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ADA7A-E154-A9AE-A605-43AA295A5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7FBAC-7845-F2A0-F288-A9827DBED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30C6F-114E-9F38-8690-258743C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DCBB-423D-BD44-3C1C-83696A57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D70BC-E4B8-50EC-6FA1-071C3535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84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E08F9-28B8-6638-DA8C-10D29577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232315-F438-1ECF-4AE1-240FE9626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6BF94-CA6C-5602-485A-F83383E26C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3788E-BF4B-7FBE-DD32-1D2D474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0969B-807C-55C8-E026-54082DCE0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39243-D71F-1BD8-9C66-5F76D610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15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8280-271B-600C-46C8-A643B944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6E182-817A-EB2C-D245-A955D326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6554-967F-8411-A2AE-082C0AD1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8AFC-C5C6-F9CA-7F48-4689E6A0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3E352-FDEE-5F9C-53E4-9F5A5DB0C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85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A3BC3-8D89-84D2-B655-7D5CFAAF8F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BC103-99F0-0E68-E287-9702F9AA2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10B68-EBE0-ED92-5630-2DCA3361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7EBE-D39D-0CE1-0585-85186E74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F872-0B41-B243-A277-474C4E2E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716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B3E2D-FEE8-6BAC-E7E7-2920CED7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BAC4-E475-DBC1-95B7-79E8C1B25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6F086-8DEA-8E9D-3299-D21663FFB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6792F-A28E-4983-A7F5-F40ED51D6004}" type="datetimeFigureOut">
              <a:rPr lang="nl-NL" smtClean="0"/>
              <a:t>23-4-2026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2B3E5-DD03-7942-8934-3FBD96587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EF6F8-364E-DDD3-7201-6E86C869D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37578-4D90-4D0C-B32B-56195A3E401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26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ogsen/m8prog_laravel/tree/main/week2" TargetMode="External"/><Relationship Id="rId2" Type="http://schemas.openxmlformats.org/officeDocument/2006/relationships/hyperlink" Target="https://github.com/progsen/m8prog_laravel/blob/main/WEEK%201%20-%2000%20-%20opdrachten%20planning.m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44B35-1FE4-9587-2810-66AD4B1C8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Blade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5F77B-6020-B0DD-1FB2-BB27CC2A9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Layouts</a:t>
            </a:r>
            <a:r>
              <a:rPr lang="nl-NL" dirty="0"/>
              <a:t> met </a:t>
            </a:r>
            <a:r>
              <a:rPr lang="nl-NL" dirty="0" err="1"/>
              <a:t>components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7513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86EF3-069F-B02A-49D5-3E4E8EF0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942F-69E7-AC59-F94F-AD068890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818-6211-064B-9795-C8B695EA6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Kunnen jullie een eigen view aanmaken</a:t>
            </a:r>
          </a:p>
          <a:p>
            <a:r>
              <a:rPr lang="nl-NL" dirty="0"/>
              <a:t>Jullie view kunnen jullie op de algemene </a:t>
            </a:r>
            <a:r>
              <a:rPr lang="nl-NL" dirty="0" err="1"/>
              <a:t>layout</a:t>
            </a:r>
            <a:r>
              <a:rPr lang="nl-NL" dirty="0"/>
              <a:t> aansluiten</a:t>
            </a:r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187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6B375-5428-242F-EC4E-94285411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A1FF-C879-1F99-8A4E-706D1BF8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X-app-</a:t>
            </a:r>
            <a:r>
              <a:rPr lang="nl-NL" dirty="0" err="1"/>
              <a:t>layout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1DF6A-A8D9-F49C-76C3-CF8FDCCF9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785"/>
            <a:ext cx="9971638" cy="1325563"/>
          </a:xfrm>
        </p:spPr>
        <p:txBody>
          <a:bodyPr/>
          <a:lstStyle/>
          <a:p>
            <a:r>
              <a:rPr lang="nl-NL" dirty="0"/>
              <a:t>Nieuwere manier</a:t>
            </a:r>
          </a:p>
          <a:p>
            <a:r>
              <a:rPr lang="nl-NL" dirty="0"/>
              <a:t>Component </a:t>
            </a:r>
            <a:r>
              <a:rPr lang="nl-NL" dirty="0" err="1"/>
              <a:t>based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2F07A6-B430-7C9E-0F23-1C6068E1C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56" y="3178348"/>
            <a:ext cx="8532526" cy="367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946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9186E-732A-B25A-0E92-58B9357A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9C1C7-2C47-9E02-E741-5A73E9240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X-app-</a:t>
            </a:r>
            <a:r>
              <a:rPr lang="nl-NL" dirty="0" err="1"/>
              <a:t>layout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2AA99-04AF-FA6B-D11C-134DB6B55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785"/>
            <a:ext cx="9971638" cy="1325563"/>
          </a:xfrm>
        </p:spPr>
        <p:txBody>
          <a:bodyPr>
            <a:normAutofit fontScale="85000" lnSpcReduction="20000"/>
          </a:bodyPr>
          <a:lstStyle/>
          <a:p>
            <a:r>
              <a:rPr lang="nl-NL" dirty="0"/>
              <a:t>X-</a:t>
            </a:r>
            <a:r>
              <a:rPr lang="nl-NL" dirty="0" err="1"/>
              <a:t>slots</a:t>
            </a:r>
            <a:r>
              <a:rPr lang="nl-NL" dirty="0"/>
              <a:t> worden variabelen </a:t>
            </a:r>
          </a:p>
          <a:p>
            <a:pPr lvl="1"/>
            <a:r>
              <a:rPr lang="nl-NL" dirty="0"/>
              <a:t>$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$content</a:t>
            </a:r>
          </a:p>
          <a:p>
            <a:r>
              <a:rPr lang="nl-NL" dirty="0"/>
              <a:t>Die gebruik je in je </a:t>
            </a:r>
            <a:r>
              <a:rPr lang="nl-NL" dirty="0" err="1"/>
              <a:t>layout</a:t>
            </a:r>
            <a:r>
              <a:rPr lang="nl-NL" dirty="0"/>
              <a:t> </a:t>
            </a:r>
            <a:r>
              <a:rPr lang="nl-NL" dirty="0" err="1"/>
              <a:t>blade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F8816-D968-2BAF-B594-1B5419527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456" y="3178348"/>
            <a:ext cx="8532526" cy="367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5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3BB7F-EF96-D2F2-1B39-324F00501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DBD6-961F-24A3-EB6A-368485AD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Slot gebruiken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76CC9-C04C-EF85-B24D-E4E10D8D2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7755"/>
            <a:ext cx="9971638" cy="1325563"/>
          </a:xfrm>
        </p:spPr>
        <p:txBody>
          <a:bodyPr/>
          <a:lstStyle/>
          <a:p>
            <a:r>
              <a:rPr lang="nl-NL" dirty="0"/>
              <a:t>{{$</a:t>
            </a:r>
            <a:r>
              <a:rPr lang="nl-NL" dirty="0" err="1"/>
              <a:t>je_slot_naam</a:t>
            </a:r>
            <a:r>
              <a:rPr lang="nl-NL" dirty="0"/>
              <a:t>}}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BBFE6-60A8-3F49-DC89-A16AD7949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422" y="2170374"/>
            <a:ext cx="656887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13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5D67-D34D-D5B2-1112-9C9A28E8C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D8CF-6CC0-6B07-2A20-11AC79D30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Component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4B848-14EE-A85C-155F-9A4430533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785"/>
            <a:ext cx="9971638" cy="1325563"/>
          </a:xfrm>
        </p:spPr>
        <p:txBody>
          <a:bodyPr/>
          <a:lstStyle/>
          <a:p>
            <a:r>
              <a:rPr lang="nl-NL" dirty="0"/>
              <a:t>Waar je wat zet bepaald de naam</a:t>
            </a:r>
          </a:p>
          <a:p>
            <a:pPr lvl="1"/>
            <a:r>
              <a:rPr lang="nl-NL" dirty="0"/>
              <a:t>Extra directory? Dat kan met een PUNT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DE4711-4E7E-9C2D-C61A-CE53925AC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79653"/>
            <a:ext cx="6041507" cy="224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57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FB21D-B9C7-0E59-E7F8-2191DE4F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8280E-007C-7396-C550-06BEF936C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Component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A24D0-EE7B-F46E-F5DC-7E1AC1D88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785"/>
            <a:ext cx="9971638" cy="1325563"/>
          </a:xfrm>
        </p:spPr>
        <p:txBody>
          <a:bodyPr/>
          <a:lstStyle/>
          <a:p>
            <a:r>
              <a:rPr lang="nl-NL" dirty="0"/>
              <a:t>Demo-panel = &lt;x-demo-panel</a:t>
            </a:r>
          </a:p>
          <a:p>
            <a:r>
              <a:rPr lang="nl-NL" dirty="0" err="1"/>
              <a:t>Layout</a:t>
            </a:r>
            <a:r>
              <a:rPr lang="nl-NL" dirty="0"/>
              <a:t> = &lt;x-</a:t>
            </a:r>
            <a:r>
              <a:rPr lang="nl-NL" dirty="0" err="1"/>
              <a:t>layout.app</a:t>
            </a:r>
            <a:r>
              <a:rPr lang="nl-NL" dirty="0"/>
              <a:t>-</a:t>
            </a:r>
            <a:r>
              <a:rPr lang="nl-NL" dirty="0" err="1"/>
              <a:t>layout</a:t>
            </a:r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BA1E14-C495-8D98-651B-5B5E01D72D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498"/>
          <a:stretch>
            <a:fillRect/>
          </a:stretch>
        </p:blipFill>
        <p:spPr>
          <a:xfrm>
            <a:off x="448457" y="3925795"/>
            <a:ext cx="4138534" cy="2249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ED398-406A-C5BF-9BA5-E0F4BA8AE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560" y="3925795"/>
            <a:ext cx="7091440" cy="150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58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F234-F0BE-1B32-045B-1392113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2-78E3-882F-D8B1-33931901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639E8-D6B9-2C26-7E9C-B98B2FFA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757472" cy="4380303"/>
          </a:xfrm>
        </p:spPr>
        <p:txBody>
          <a:bodyPr/>
          <a:lstStyle/>
          <a:p>
            <a:r>
              <a:rPr lang="nl-NL" dirty="0"/>
              <a:t>In de les en huiswerk</a:t>
            </a:r>
          </a:p>
          <a:p>
            <a:pPr lvl="1"/>
            <a:r>
              <a:rPr lang="nl-NL" dirty="0"/>
              <a:t>(af voor de les volgende week)</a:t>
            </a:r>
            <a:endParaRPr lang="nl-NL" dirty="0">
              <a:hlinkClick r:id="rId2"/>
            </a:endParaRPr>
          </a:p>
          <a:p>
            <a:endParaRPr lang="nl-NL" dirty="0">
              <a:hlinkClick r:id="rId2"/>
            </a:endParaRPr>
          </a:p>
          <a:p>
            <a:r>
              <a:rPr lang="nl-NL" dirty="0">
                <a:hlinkClick r:id="rId3"/>
              </a:rPr>
              <a:t>https://github.com/progsen/m8prog_laravel/tree/main/week2</a:t>
            </a:r>
            <a:endParaRPr lang="nl-NL" dirty="0"/>
          </a:p>
          <a:p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1BB828-AAA2-9681-7A36-627E55448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849" y="4693464"/>
            <a:ext cx="7718528" cy="179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27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111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Blade</vt:lpstr>
      <vt:lpstr>Deze les</vt:lpstr>
      <vt:lpstr>X-app-layout</vt:lpstr>
      <vt:lpstr>X-app-layout</vt:lpstr>
      <vt:lpstr>Slot gebruiken</vt:lpstr>
      <vt:lpstr>Component map</vt:lpstr>
      <vt:lpstr>Component map</vt:lpstr>
      <vt:lpstr>Deze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Dragan Javorac</dc:creator>
  <cp:lastModifiedBy>Dragan Javorac</cp:lastModifiedBy>
  <cp:revision>25</cp:revision>
  <dcterms:created xsi:type="dcterms:W3CDTF">2026-01-26T11:26:42Z</dcterms:created>
  <dcterms:modified xsi:type="dcterms:W3CDTF">2026-04-23T12:18:09Z</dcterms:modified>
</cp:coreProperties>
</file>