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03" r:id="rId5"/>
    <p:sldId id="305" r:id="rId6"/>
    <p:sldId id="306" r:id="rId7"/>
    <p:sldId id="307" r:id="rId8"/>
    <p:sldId id="288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E58ED-CE8C-4248-BA67-EE5B51BE0FBF}" v="13" dt="2026-04-23T07:27:46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3T07:28:42.614" v="2728" actId="47"/>
      <pc:docMkLst>
        <pc:docMk/>
      </pc:docMkLst>
      <pc:sldChg chg="modSp mod">
        <pc:chgData name="Dragan Javorac" userId="913c2858-fb97-4c6e-a42c-b1f1a16b225e" providerId="ADAL" clId="{BC00D9DF-F858-4149-8B7B-F211D448CEDA}" dt="2026-04-21T12:40:32.690" v="1754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12:40:30.501" v="1749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12:40:32.690" v="1754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12:40:47.728" v="1810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12:40:47.728" v="1810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addSp delSp modSp mod">
        <pc:chgData name="Dragan Javorac" userId="913c2858-fb97-4c6e-a42c-b1f1a16b225e" providerId="ADAL" clId="{BC00D9DF-F858-4149-8B7B-F211D448CEDA}" dt="2026-04-23T07:25:44.911" v="2528" actId="478"/>
        <pc:sldMkLst>
          <pc:docMk/>
          <pc:sldMk cId="3154598550" sldId="291"/>
        </pc:sldMkLst>
        <pc:spChg chg="mod">
          <ac:chgData name="Dragan Javorac" userId="913c2858-fb97-4c6e-a42c-b1f1a16b225e" providerId="ADAL" clId="{BC00D9DF-F858-4149-8B7B-F211D448CEDA}" dt="2026-04-23T07:07:06.628" v="1841" actId="20577"/>
          <ac:spMkLst>
            <pc:docMk/>
            <pc:sldMk cId="3154598550" sldId="291"/>
            <ac:spMk id="2" creationId="{39D87518-F217-311C-2B48-D86CE00E51B4}"/>
          </ac:spMkLst>
        </pc:spChg>
        <pc:spChg chg="mod">
          <ac:chgData name="Dragan Javorac" userId="913c2858-fb97-4c6e-a42c-b1f1a16b225e" providerId="ADAL" clId="{BC00D9DF-F858-4149-8B7B-F211D448CEDA}" dt="2026-04-23T07:25:09.081" v="2520" actId="27636"/>
          <ac:spMkLst>
            <pc:docMk/>
            <pc:sldMk cId="3154598550" sldId="291"/>
            <ac:spMk id="3" creationId="{ECD36147-A3C4-48C9-34FE-AC6C4791EDB1}"/>
          </ac:spMkLst>
        </pc:spChg>
        <pc:picChg chg="add del mod modCrop">
          <ac:chgData name="Dragan Javorac" userId="913c2858-fb97-4c6e-a42c-b1f1a16b225e" providerId="ADAL" clId="{BC00D9DF-F858-4149-8B7B-F211D448CEDA}" dt="2026-04-23T07:16:18.625" v="1929" actId="478"/>
          <ac:picMkLst>
            <pc:docMk/>
            <pc:sldMk cId="3154598550" sldId="291"/>
            <ac:picMk id="5" creationId="{03160BB2-D99D-5943-B388-3646B69D6752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6" creationId="{9C0A5A73-F0F9-A2C2-5B86-499976BECFF5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8" creationId="{37D7BC1F-1F9D-0FE1-1FB0-6B07002EFD8B}"/>
          </ac:picMkLst>
        </pc:picChg>
        <pc:picChg chg="add del mod">
          <ac:chgData name="Dragan Javorac" userId="913c2858-fb97-4c6e-a42c-b1f1a16b225e" providerId="ADAL" clId="{BC00D9DF-F858-4149-8B7B-F211D448CEDA}" dt="2026-04-23T07:25:34.301" v="2525" actId="478"/>
          <ac:picMkLst>
            <pc:docMk/>
            <pc:sldMk cId="3154598550" sldId="291"/>
            <ac:picMk id="9" creationId="{1E463ED7-58F7-7C26-066D-7CB0CA3256DE}"/>
          </ac:picMkLst>
        </pc:picChg>
        <pc:picChg chg="add del mod">
          <ac:chgData name="Dragan Javorac" userId="913c2858-fb97-4c6e-a42c-b1f1a16b225e" providerId="ADAL" clId="{BC00D9DF-F858-4149-8B7B-F211D448CEDA}" dt="2026-04-23T07:25:44.911" v="2528" actId="478"/>
          <ac:picMkLst>
            <pc:docMk/>
            <pc:sldMk cId="3154598550" sldId="291"/>
            <ac:picMk id="10" creationId="{5BA0F4CA-6B77-A560-6895-71C00090F3A7}"/>
          </ac:picMkLst>
        </pc:picChg>
      </pc:sldChg>
      <pc:sldChg chg="add del">
        <pc:chgData name="Dragan Javorac" userId="913c2858-fb97-4c6e-a42c-b1f1a16b225e" providerId="ADAL" clId="{BC00D9DF-F858-4149-8B7B-F211D448CEDA}" dt="2026-04-23T07:28:42.614" v="2728" actId="47"/>
        <pc:sldMkLst>
          <pc:docMk/>
          <pc:sldMk cId="3995289958" sldId="292"/>
        </pc:sldMkLst>
      </pc:sldChg>
      <pc:sldChg chg="modSp add del mod">
        <pc:chgData name="Dragan Javorac" userId="913c2858-fb97-4c6e-a42c-b1f1a16b225e" providerId="ADAL" clId="{BC00D9DF-F858-4149-8B7B-F211D448CEDA}" dt="2026-04-23T07:25:40.191" v="2527" actId="47"/>
        <pc:sldMkLst>
          <pc:docMk/>
          <pc:sldMk cId="1647965375" sldId="293"/>
        </pc:sldMkLst>
        <pc:spChg chg="mod">
          <ac:chgData name="Dragan Javorac" userId="913c2858-fb97-4c6e-a42c-b1f1a16b225e" providerId="ADAL" clId="{BC00D9DF-F858-4149-8B7B-F211D448CEDA}" dt="2026-04-23T07:16:27.310" v="1948" actId="20577"/>
          <ac:spMkLst>
            <pc:docMk/>
            <pc:sldMk cId="1647965375" sldId="293"/>
            <ac:spMk id="2" creationId="{E9901208-634F-360A-1D0A-3326FBC3C928}"/>
          </ac:spMkLst>
        </pc:spChg>
      </pc:sldChg>
      <pc:sldChg chg="addSp modSp add mod">
        <pc:chgData name="Dragan Javorac" userId="913c2858-fb97-4c6e-a42c-b1f1a16b225e" providerId="ADAL" clId="{BC00D9DF-F858-4149-8B7B-F211D448CEDA}" dt="2026-04-23T07:18:07.820" v="2081" actId="20577"/>
        <pc:sldMkLst>
          <pc:docMk/>
          <pc:sldMk cId="3148462324" sldId="294"/>
        </pc:sldMkLst>
        <pc:spChg chg="mod">
          <ac:chgData name="Dragan Javorac" userId="913c2858-fb97-4c6e-a42c-b1f1a16b225e" providerId="ADAL" clId="{BC00D9DF-F858-4149-8B7B-F211D448CEDA}" dt="2026-04-23T07:17:00.830" v="1965" actId="20577"/>
          <ac:spMkLst>
            <pc:docMk/>
            <pc:sldMk cId="3148462324" sldId="294"/>
            <ac:spMk id="2" creationId="{00DFF03E-9C49-C990-3254-1964F1D6E142}"/>
          </ac:spMkLst>
        </pc:spChg>
        <pc:spChg chg="mod">
          <ac:chgData name="Dragan Javorac" userId="913c2858-fb97-4c6e-a42c-b1f1a16b225e" providerId="ADAL" clId="{BC00D9DF-F858-4149-8B7B-F211D448CEDA}" dt="2026-04-23T07:18:07.820" v="2081" actId="20577"/>
          <ac:spMkLst>
            <pc:docMk/>
            <pc:sldMk cId="3148462324" sldId="294"/>
            <ac:spMk id="3" creationId="{6E83B42B-0976-7CE2-E6A2-E40059221DCD}"/>
          </ac:spMkLst>
        </pc:spChg>
        <pc:picChg chg="add mod">
          <ac:chgData name="Dragan Javorac" userId="913c2858-fb97-4c6e-a42c-b1f1a16b225e" providerId="ADAL" clId="{BC00D9DF-F858-4149-8B7B-F211D448CEDA}" dt="2026-04-23T07:17:44.167" v="1970" actId="1076"/>
          <ac:picMkLst>
            <pc:docMk/>
            <pc:sldMk cId="3148462324" sldId="294"/>
            <ac:picMk id="5" creationId="{EF1B05E2-6BC7-47B9-DA22-B0D8DEA4A2C2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8:52.140" v="2181" actId="20577"/>
        <pc:sldMkLst>
          <pc:docMk/>
          <pc:sldMk cId="3922385060" sldId="295"/>
        </pc:sldMkLst>
        <pc:spChg chg="mod">
          <ac:chgData name="Dragan Javorac" userId="913c2858-fb97-4c6e-a42c-b1f1a16b225e" providerId="ADAL" clId="{BC00D9DF-F858-4149-8B7B-F211D448CEDA}" dt="2026-04-23T07:18:18.550" v="2098" actId="20577"/>
          <ac:spMkLst>
            <pc:docMk/>
            <pc:sldMk cId="3922385060" sldId="295"/>
            <ac:spMk id="2" creationId="{990CFB9D-C915-4800-7B91-181055D6730D}"/>
          </ac:spMkLst>
        </pc:spChg>
        <pc:spChg chg="mod">
          <ac:chgData name="Dragan Javorac" userId="913c2858-fb97-4c6e-a42c-b1f1a16b225e" providerId="ADAL" clId="{BC00D9DF-F858-4149-8B7B-F211D448CEDA}" dt="2026-04-23T07:18:52.140" v="2181" actId="20577"/>
          <ac:spMkLst>
            <pc:docMk/>
            <pc:sldMk cId="3922385060" sldId="295"/>
            <ac:spMk id="3" creationId="{9C2141C8-CF79-387F-2881-BF3C4E67DEA6}"/>
          </ac:spMkLst>
        </pc:spChg>
        <pc:picChg chg="del mod">
          <ac:chgData name="Dragan Javorac" userId="913c2858-fb97-4c6e-a42c-b1f1a16b225e" providerId="ADAL" clId="{BC00D9DF-F858-4149-8B7B-F211D448CEDA}" dt="2026-04-23T07:18:33.140" v="2101" actId="478"/>
          <ac:picMkLst>
            <pc:docMk/>
            <pc:sldMk cId="3922385060" sldId="295"/>
            <ac:picMk id="5" creationId="{91F85792-595A-577F-C107-905C1202B14D}"/>
          </ac:picMkLst>
        </pc:picChg>
        <pc:picChg chg="add mod">
          <ac:chgData name="Dragan Javorac" userId="913c2858-fb97-4c6e-a42c-b1f1a16b225e" providerId="ADAL" clId="{BC00D9DF-F858-4149-8B7B-F211D448CEDA}" dt="2026-04-23T07:18:37.654" v="2104" actId="1076"/>
          <ac:picMkLst>
            <pc:docMk/>
            <pc:sldMk cId="3922385060" sldId="295"/>
            <ac:picMk id="6" creationId="{1CCA8A87-5220-E824-568D-0AB0F420ACF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9:53.161" v="2250" actId="1076"/>
        <pc:sldMkLst>
          <pc:docMk/>
          <pc:sldMk cId="3965295295" sldId="296"/>
        </pc:sldMkLst>
        <pc:spChg chg="mod">
          <ac:chgData name="Dragan Javorac" userId="913c2858-fb97-4c6e-a42c-b1f1a16b225e" providerId="ADAL" clId="{BC00D9DF-F858-4149-8B7B-F211D448CEDA}" dt="2026-04-23T07:19:50.207" v="2249" actId="20577"/>
          <ac:spMkLst>
            <pc:docMk/>
            <pc:sldMk cId="3965295295" sldId="296"/>
            <ac:spMk id="3" creationId="{B81E12D4-081E-8292-7450-3D7D9F5B96E6}"/>
          </ac:spMkLst>
        </pc:spChg>
        <pc:picChg chg="add mod">
          <ac:chgData name="Dragan Javorac" userId="913c2858-fb97-4c6e-a42c-b1f1a16b225e" providerId="ADAL" clId="{BC00D9DF-F858-4149-8B7B-F211D448CEDA}" dt="2026-04-23T07:19:53.161" v="2250" actId="1076"/>
          <ac:picMkLst>
            <pc:docMk/>
            <pc:sldMk cId="3965295295" sldId="296"/>
            <ac:picMk id="5" creationId="{2872ED59-F9B7-3705-4067-F4B2978C4B24}"/>
          </ac:picMkLst>
        </pc:picChg>
        <pc:picChg chg="del">
          <ac:chgData name="Dragan Javorac" userId="913c2858-fb97-4c6e-a42c-b1f1a16b225e" providerId="ADAL" clId="{BC00D9DF-F858-4149-8B7B-F211D448CEDA}" dt="2026-04-23T07:19:28.965" v="2187" actId="478"/>
          <ac:picMkLst>
            <pc:docMk/>
            <pc:sldMk cId="3965295295" sldId="296"/>
            <ac:picMk id="6" creationId="{A5A40C47-25A4-E4A6-836A-CD38F3B11DC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0:24.152" v="2297" actId="20577"/>
        <pc:sldMkLst>
          <pc:docMk/>
          <pc:sldMk cId="396865564" sldId="297"/>
        </pc:sldMkLst>
        <pc:spChg chg="mod">
          <ac:chgData name="Dragan Javorac" userId="913c2858-fb97-4c6e-a42c-b1f1a16b225e" providerId="ADAL" clId="{BC00D9DF-F858-4149-8B7B-F211D448CEDA}" dt="2026-04-23T07:20:11.620" v="2271" actId="20577"/>
          <ac:spMkLst>
            <pc:docMk/>
            <pc:sldMk cId="396865564" sldId="297"/>
            <ac:spMk id="2" creationId="{A4BB3C04-FB4C-F332-AE52-0B95F40D6ED0}"/>
          </ac:spMkLst>
        </pc:spChg>
        <pc:spChg chg="mod">
          <ac:chgData name="Dragan Javorac" userId="913c2858-fb97-4c6e-a42c-b1f1a16b225e" providerId="ADAL" clId="{BC00D9DF-F858-4149-8B7B-F211D448CEDA}" dt="2026-04-23T07:20:24.152" v="2297" actId="20577"/>
          <ac:spMkLst>
            <pc:docMk/>
            <pc:sldMk cId="396865564" sldId="297"/>
            <ac:spMk id="3" creationId="{4ED802F3-8D16-34D7-F445-3C0613926B76}"/>
          </ac:spMkLst>
        </pc:spChg>
        <pc:picChg chg="del">
          <ac:chgData name="Dragan Javorac" userId="913c2858-fb97-4c6e-a42c-b1f1a16b225e" providerId="ADAL" clId="{BC00D9DF-F858-4149-8B7B-F211D448CEDA}" dt="2026-04-23T07:20:13.430" v="2273" actId="478"/>
          <ac:picMkLst>
            <pc:docMk/>
            <pc:sldMk cId="396865564" sldId="297"/>
            <ac:picMk id="5" creationId="{7C326109-F556-F6BD-79BB-64B00804F966}"/>
          </ac:picMkLst>
        </pc:picChg>
        <pc:picChg chg="add mod">
          <ac:chgData name="Dragan Javorac" userId="913c2858-fb97-4c6e-a42c-b1f1a16b225e" providerId="ADAL" clId="{BC00D9DF-F858-4149-8B7B-F211D448CEDA}" dt="2026-04-23T07:20:15.570" v="2276" actId="1076"/>
          <ac:picMkLst>
            <pc:docMk/>
            <pc:sldMk cId="396865564" sldId="297"/>
            <ac:picMk id="6" creationId="{BC87C024-3EB4-341D-28F9-CC729B7EE8A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1:29.470" v="2382" actId="20577"/>
        <pc:sldMkLst>
          <pc:docMk/>
          <pc:sldMk cId="3966350636" sldId="298"/>
        </pc:sldMkLst>
        <pc:spChg chg="mod">
          <ac:chgData name="Dragan Javorac" userId="913c2858-fb97-4c6e-a42c-b1f1a16b225e" providerId="ADAL" clId="{BC00D9DF-F858-4149-8B7B-F211D448CEDA}" dt="2026-04-23T07:20:28.245" v="2307" actId="20577"/>
          <ac:spMkLst>
            <pc:docMk/>
            <pc:sldMk cId="3966350636" sldId="298"/>
            <ac:spMk id="2" creationId="{D266D1E5-78F6-DBE3-A027-FA8FF8A650C3}"/>
          </ac:spMkLst>
        </pc:spChg>
        <pc:spChg chg="mod">
          <ac:chgData name="Dragan Javorac" userId="913c2858-fb97-4c6e-a42c-b1f1a16b225e" providerId="ADAL" clId="{BC00D9DF-F858-4149-8B7B-F211D448CEDA}" dt="2026-04-23T07:21:29.470" v="2382" actId="20577"/>
          <ac:spMkLst>
            <pc:docMk/>
            <pc:sldMk cId="3966350636" sldId="298"/>
            <ac:spMk id="3" creationId="{2DA10542-C901-0EF5-2C5A-1066302DB0A4}"/>
          </ac:spMkLst>
        </pc:spChg>
        <pc:picChg chg="add mod">
          <ac:chgData name="Dragan Javorac" userId="913c2858-fb97-4c6e-a42c-b1f1a16b225e" providerId="ADAL" clId="{BC00D9DF-F858-4149-8B7B-F211D448CEDA}" dt="2026-04-23T07:21:04.801" v="2310" actId="1076"/>
          <ac:picMkLst>
            <pc:docMk/>
            <pc:sldMk cId="3966350636" sldId="298"/>
            <ac:picMk id="5" creationId="{35878802-6F2D-A8AA-BB89-5A0B4BDE16EB}"/>
          </ac:picMkLst>
        </pc:picChg>
        <pc:picChg chg="del">
          <ac:chgData name="Dragan Javorac" userId="913c2858-fb97-4c6e-a42c-b1f1a16b225e" providerId="ADAL" clId="{BC00D9DF-F858-4149-8B7B-F211D448CEDA}" dt="2026-04-23T07:20:30.039" v="2308" actId="478"/>
          <ac:picMkLst>
            <pc:docMk/>
            <pc:sldMk cId="3966350636" sldId="298"/>
            <ac:picMk id="6" creationId="{09914D92-CD0D-4060-D856-CAB0222AE7B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4:50.481" v="2487" actId="20577"/>
        <pc:sldMkLst>
          <pc:docMk/>
          <pc:sldMk cId="2297006781" sldId="299"/>
        </pc:sldMkLst>
        <pc:spChg chg="mod">
          <ac:chgData name="Dragan Javorac" userId="913c2858-fb97-4c6e-a42c-b1f1a16b225e" providerId="ADAL" clId="{BC00D9DF-F858-4149-8B7B-F211D448CEDA}" dt="2026-04-23T07:21:37.930" v="2402" actId="20577"/>
          <ac:spMkLst>
            <pc:docMk/>
            <pc:sldMk cId="2297006781" sldId="299"/>
            <ac:spMk id="2" creationId="{53000867-1976-1F40-9EFF-D0592791A424}"/>
          </ac:spMkLst>
        </pc:spChg>
        <pc:spChg chg="mod">
          <ac:chgData name="Dragan Javorac" userId="913c2858-fb97-4c6e-a42c-b1f1a16b225e" providerId="ADAL" clId="{BC00D9DF-F858-4149-8B7B-F211D448CEDA}" dt="2026-04-23T07:24:50.481" v="2487" actId="20577"/>
          <ac:spMkLst>
            <pc:docMk/>
            <pc:sldMk cId="2297006781" sldId="299"/>
            <ac:spMk id="3" creationId="{8244AFC5-4B46-36D7-5C15-DE9896161A07}"/>
          </ac:spMkLst>
        </pc:spChg>
        <pc:picChg chg="del">
          <ac:chgData name="Dragan Javorac" userId="913c2858-fb97-4c6e-a42c-b1f1a16b225e" providerId="ADAL" clId="{BC00D9DF-F858-4149-8B7B-F211D448CEDA}" dt="2026-04-23T07:22:28.072" v="2403" actId="478"/>
          <ac:picMkLst>
            <pc:docMk/>
            <pc:sldMk cId="2297006781" sldId="299"/>
            <ac:picMk id="5" creationId="{A3AB714F-9AD6-FFF0-40E8-E895B7232D06}"/>
          </ac:picMkLst>
        </pc:picChg>
        <pc:picChg chg="add mod">
          <ac:chgData name="Dragan Javorac" userId="913c2858-fb97-4c6e-a42c-b1f1a16b225e" providerId="ADAL" clId="{BC00D9DF-F858-4149-8B7B-F211D448CEDA}" dt="2026-04-23T07:22:30.677" v="2406" actId="14100"/>
          <ac:picMkLst>
            <pc:docMk/>
            <pc:sldMk cId="2297006781" sldId="299"/>
            <ac:picMk id="6" creationId="{5316E3E0-316B-47BF-AB56-034689C13B43}"/>
          </ac:picMkLst>
        </pc:picChg>
        <pc:picChg chg="add mod">
          <ac:chgData name="Dragan Javorac" userId="913c2858-fb97-4c6e-a42c-b1f1a16b225e" providerId="ADAL" clId="{BC00D9DF-F858-4149-8B7B-F211D448CEDA}" dt="2026-04-23T07:24:23.211" v="2411" actId="1076"/>
          <ac:picMkLst>
            <pc:docMk/>
            <pc:sldMk cId="2297006781" sldId="299"/>
            <ac:picMk id="8" creationId="{4F368BED-B3EA-E207-331B-F5A8F884620A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6:58.711" v="2578" actId="478"/>
        <pc:sldMkLst>
          <pc:docMk/>
          <pc:sldMk cId="20243551" sldId="300"/>
        </pc:sldMkLst>
        <pc:spChg chg="mod">
          <ac:chgData name="Dragan Javorac" userId="913c2858-fb97-4c6e-a42c-b1f1a16b225e" providerId="ADAL" clId="{BC00D9DF-F858-4149-8B7B-F211D448CEDA}" dt="2026-04-23T07:25:58.832" v="2571" actId="20577"/>
          <ac:spMkLst>
            <pc:docMk/>
            <pc:sldMk cId="20243551" sldId="300"/>
            <ac:spMk id="3" creationId="{42C3067D-1975-9D67-C5D4-880987DA5F05}"/>
          </ac:spMkLst>
        </pc:spChg>
        <pc:picChg chg="add del">
          <ac:chgData name="Dragan Javorac" userId="913c2858-fb97-4c6e-a42c-b1f1a16b225e" providerId="ADAL" clId="{BC00D9DF-F858-4149-8B7B-F211D448CEDA}" dt="2026-04-23T07:26:58.711" v="2578" actId="478"/>
          <ac:picMkLst>
            <pc:docMk/>
            <pc:sldMk cId="20243551" sldId="300"/>
            <ac:picMk id="5" creationId="{408BCF55-5352-8AD4-1EB6-4ECFFAD1048E}"/>
          </ac:picMkLst>
        </pc:picChg>
        <pc:picChg chg="del">
          <ac:chgData name="Dragan Javorac" userId="913c2858-fb97-4c6e-a42c-b1f1a16b225e" providerId="ADAL" clId="{BC00D9DF-F858-4149-8B7B-F211D448CEDA}" dt="2026-04-23T07:25:52.641" v="2552" actId="478"/>
          <ac:picMkLst>
            <pc:docMk/>
            <pc:sldMk cId="20243551" sldId="300"/>
            <ac:picMk id="9" creationId="{DCC22B23-06C8-0866-3A36-A03419255ACB}"/>
          </ac:picMkLst>
        </pc:picChg>
        <pc:picChg chg="mod">
          <ac:chgData name="Dragan Javorac" userId="913c2858-fb97-4c6e-a42c-b1f1a16b225e" providerId="ADAL" clId="{BC00D9DF-F858-4149-8B7B-F211D448CEDA}" dt="2026-04-23T07:25:53.611" v="2553" actId="1076"/>
          <ac:picMkLst>
            <pc:docMk/>
            <pc:sldMk cId="20243551" sldId="300"/>
            <ac:picMk id="10" creationId="{F2F5C490-28CC-CC59-69B8-5EF6BA44CF3D}"/>
          </ac:picMkLst>
        </pc:picChg>
      </pc:sldChg>
      <pc:sldChg chg="modSp add del mod">
        <pc:chgData name="Dragan Javorac" userId="913c2858-fb97-4c6e-a42c-b1f1a16b225e" providerId="ADAL" clId="{BC00D9DF-F858-4149-8B7B-F211D448CEDA}" dt="2026-04-23T07:26:51.313" v="2576" actId="47"/>
        <pc:sldMkLst>
          <pc:docMk/>
          <pc:sldMk cId="397736484" sldId="301"/>
        </pc:sldMkLst>
        <pc:spChg chg="mod">
          <ac:chgData name="Dragan Javorac" userId="913c2858-fb97-4c6e-a42c-b1f1a16b225e" providerId="ADAL" clId="{BC00D9DF-F858-4149-8B7B-F211D448CEDA}" dt="2026-04-23T07:26:03.301" v="2573" actId="20577"/>
          <ac:spMkLst>
            <pc:docMk/>
            <pc:sldMk cId="397736484" sldId="301"/>
            <ac:spMk id="3" creationId="{4822E268-4F60-D5C1-2346-467F1097F83E}"/>
          </ac:spMkLst>
        </pc:spChg>
        <pc:picChg chg="mod">
          <ac:chgData name="Dragan Javorac" userId="913c2858-fb97-4c6e-a42c-b1f1a16b225e" providerId="ADAL" clId="{BC00D9DF-F858-4149-8B7B-F211D448CEDA}" dt="2026-04-23T07:26:05.910" v="2574" actId="1076"/>
          <ac:picMkLst>
            <pc:docMk/>
            <pc:sldMk cId="397736484" sldId="301"/>
            <ac:picMk id="10" creationId="{2BCC5503-81D5-36B5-5B6A-A901B1A56DC9}"/>
          </ac:picMkLst>
        </pc:picChg>
      </pc:sldChg>
      <pc:sldChg chg="delSp modSp add mod">
        <pc:chgData name="Dragan Javorac" userId="913c2858-fb97-4c6e-a42c-b1f1a16b225e" providerId="ADAL" clId="{BC00D9DF-F858-4149-8B7B-F211D448CEDA}" dt="2026-04-23T07:27:44.767" v="2662" actId="14100"/>
        <pc:sldMkLst>
          <pc:docMk/>
          <pc:sldMk cId="4269512782" sldId="301"/>
        </pc:sldMkLst>
        <pc:spChg chg="mod">
          <ac:chgData name="Dragan Javorac" userId="913c2858-fb97-4c6e-a42c-b1f1a16b225e" providerId="ADAL" clId="{BC00D9DF-F858-4149-8B7B-F211D448CEDA}" dt="2026-04-23T07:27:05.901" v="2588" actId="20577"/>
          <ac:spMkLst>
            <pc:docMk/>
            <pc:sldMk cId="4269512782" sldId="301"/>
            <ac:spMk id="2" creationId="{9A1A91FD-1CF8-BEB7-0384-82BB55FF86C3}"/>
          </ac:spMkLst>
        </pc:spChg>
        <pc:spChg chg="mod">
          <ac:chgData name="Dragan Javorac" userId="913c2858-fb97-4c6e-a42c-b1f1a16b225e" providerId="ADAL" clId="{BC00D9DF-F858-4149-8B7B-F211D448CEDA}" dt="2026-04-23T07:27:44.767" v="2662" actId="14100"/>
          <ac:spMkLst>
            <pc:docMk/>
            <pc:sldMk cId="4269512782" sldId="301"/>
            <ac:spMk id="3" creationId="{5AD3B802-50F8-D69A-BAB3-F58CA917A813}"/>
          </ac:spMkLst>
        </pc:spChg>
        <pc:picChg chg="mod modCrop">
          <ac:chgData name="Dragan Javorac" userId="913c2858-fb97-4c6e-a42c-b1f1a16b225e" providerId="ADAL" clId="{BC00D9DF-F858-4149-8B7B-F211D448CEDA}" dt="2026-04-23T07:27:42.823" v="2661" actId="1076"/>
          <ac:picMkLst>
            <pc:docMk/>
            <pc:sldMk cId="4269512782" sldId="301"/>
            <ac:picMk id="5" creationId="{D71C6474-C74E-ED06-F156-C02BE22AEB22}"/>
          </ac:picMkLst>
        </pc:picChg>
        <pc:picChg chg="del">
          <ac:chgData name="Dragan Javorac" userId="913c2858-fb97-4c6e-a42c-b1f1a16b225e" providerId="ADAL" clId="{BC00D9DF-F858-4149-8B7B-F211D448CEDA}" dt="2026-04-23T07:27:10.110" v="2591" actId="478"/>
          <ac:picMkLst>
            <pc:docMk/>
            <pc:sldMk cId="4269512782" sldId="301"/>
            <ac:picMk id="10" creationId="{DCF93678-36DD-B48D-6FFE-1851FBDB763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8:32.304" v="2727" actId="20577"/>
        <pc:sldMkLst>
          <pc:docMk/>
          <pc:sldMk cId="1106297151" sldId="302"/>
        </pc:sldMkLst>
        <pc:spChg chg="mod">
          <ac:chgData name="Dragan Javorac" userId="913c2858-fb97-4c6e-a42c-b1f1a16b225e" providerId="ADAL" clId="{BC00D9DF-F858-4149-8B7B-F211D448CEDA}" dt="2026-04-23T07:28:32.304" v="2727" actId="20577"/>
          <ac:spMkLst>
            <pc:docMk/>
            <pc:sldMk cId="1106297151" sldId="302"/>
            <ac:spMk id="3" creationId="{012AAA79-5F62-8E8E-A6DE-781D39121572}"/>
          </ac:spMkLst>
        </pc:spChg>
        <pc:picChg chg="del">
          <ac:chgData name="Dragan Javorac" userId="913c2858-fb97-4c6e-a42c-b1f1a16b225e" providerId="ADAL" clId="{BC00D9DF-F858-4149-8B7B-F211D448CEDA}" dt="2026-04-23T07:27:55.324" v="2680" actId="478"/>
          <ac:picMkLst>
            <pc:docMk/>
            <pc:sldMk cId="1106297151" sldId="302"/>
            <ac:picMk id="5" creationId="{54FD83D7-FD48-8925-E35D-0AC80BC1CF7D}"/>
          </ac:picMkLst>
        </pc:picChg>
        <pc:picChg chg="add mod modCrop">
          <ac:chgData name="Dragan Javorac" userId="913c2858-fb97-4c6e-a42c-b1f1a16b225e" providerId="ADAL" clId="{BC00D9DF-F858-4149-8B7B-F211D448CEDA}" dt="2026-04-23T07:28:20.375" v="2686" actId="1076"/>
          <ac:picMkLst>
            <pc:docMk/>
            <pc:sldMk cId="1106297151" sldId="302"/>
            <ac:picMk id="6" creationId="{D65255F4-9850-EEEE-E7F1-048809D9C6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3%20-%20Blade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Controller plus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Meerdere functions en views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extra functions op controllers maken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ECA6-B1E3-18ED-37E9-FD1763D3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34C6-7379-9373-9BE3-6DF9034E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AA79-5F62-8E8E-A6DE-781D39121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08752" cy="4170441"/>
          </a:xfrm>
        </p:spPr>
        <p:txBody>
          <a:bodyPr>
            <a:normAutofit/>
          </a:bodyPr>
          <a:lstStyle/>
          <a:p>
            <a:r>
              <a:rPr lang="en-US" dirty="0"/>
              <a:t>Een stock controller</a:t>
            </a:r>
          </a:p>
          <a:p>
            <a:pPr lvl="1"/>
            <a:r>
              <a:rPr lang="en-US" dirty="0" err="1"/>
              <a:t>Meerdere</a:t>
            </a:r>
            <a:r>
              <a:rPr lang="en-US" dirty="0"/>
              <a:t> functions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Compact?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670619-AB6F-2FB8-29B3-0D7A2328D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442" y="46081"/>
            <a:ext cx="6128558" cy="681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9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0C87-0890-D15C-F073-DFD0B770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7635-6291-B3AA-7CFF-BCB2448D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F1C5E-21CC-08F0-4109-2B6FAC99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1569189"/>
            <a:ext cx="7128640" cy="4923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367E88-F8A0-DFF9-E157-B4EE0258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" y="1569190"/>
            <a:ext cx="4758245" cy="528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5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EC08-BCAD-A784-43BA-85CC686C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3F78-1823-86E7-18A7-00E1F9D5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Stelregel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6727-46D7-6296-FC66-52B17021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200869" cy="4170441"/>
          </a:xfrm>
        </p:spPr>
        <p:txBody>
          <a:bodyPr>
            <a:normAutofit/>
          </a:bodyPr>
          <a:lstStyle/>
          <a:p>
            <a:r>
              <a:rPr lang="en-US" dirty="0"/>
              <a:t>Meestal </a:t>
            </a:r>
            <a:r>
              <a:rPr lang="en-US" dirty="0" err="1"/>
              <a:t>gaat</a:t>
            </a:r>
            <a:r>
              <a:rPr lang="en-US" dirty="0"/>
              <a:t> 1 Controller over 1 </a:t>
            </a:r>
            <a:r>
              <a:rPr lang="en-US" dirty="0" err="1"/>
              <a:t>soort</a:t>
            </a:r>
            <a:r>
              <a:rPr lang="en-US" dirty="0"/>
              <a:t> data:</a:t>
            </a:r>
          </a:p>
          <a:p>
            <a:pPr lvl="1"/>
            <a:r>
              <a:rPr lang="en-US" dirty="0" err="1"/>
              <a:t>Producten</a:t>
            </a:r>
            <a:endParaRPr lang="en-US" dirty="0"/>
          </a:p>
          <a:p>
            <a:pPr lvl="1"/>
            <a:r>
              <a:rPr lang="en-US" dirty="0"/>
              <a:t>Orders</a:t>
            </a:r>
          </a:p>
          <a:p>
            <a:pPr lvl="1"/>
            <a:r>
              <a:rPr lang="en-US" dirty="0"/>
              <a:t>Autos</a:t>
            </a:r>
          </a:p>
          <a:p>
            <a:pPr lvl="1"/>
            <a:r>
              <a:rPr lang="en-US" dirty="0" err="1"/>
              <a:t>Afspraken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Maar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heb</a:t>
            </a:r>
            <a:r>
              <a:rPr lang="en-US" dirty="0"/>
              <a:t> je </a:t>
            </a:r>
            <a:r>
              <a:rPr lang="en-US" dirty="0" err="1"/>
              <a:t>meerdere</a:t>
            </a:r>
            <a:r>
              <a:rPr lang="en-US" dirty="0"/>
              <a:t> functions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nodig</a:t>
            </a:r>
            <a:endParaRPr lang="en-US" dirty="0"/>
          </a:p>
          <a:p>
            <a:pPr lvl="1"/>
            <a:r>
              <a:rPr lang="en-US" dirty="0"/>
              <a:t>Dus controller+ ^^</a:t>
            </a:r>
          </a:p>
        </p:txBody>
      </p:sp>
    </p:spTree>
    <p:extLst>
      <p:ext uri="{BB962C8B-B14F-4D97-AF65-F5344CB8AC3E}">
        <p14:creationId xmlns:p14="http://schemas.microsoft.com/office/powerpoint/2010/main" val="334790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FD1F-866B-D9E2-53F2-4503BB07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7A07-E6C3-D807-5C55-E545F173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Extra info: </a:t>
            </a:r>
            <a:r>
              <a:rPr lang="nl-NL" dirty="0" err="1"/>
              <a:t>Named</a:t>
            </a:r>
            <a:r>
              <a:rPr lang="nl-NL" dirty="0"/>
              <a:t>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F3CB-F774-F968-84E3-F7B08731C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200869" cy="4170441"/>
          </a:xfrm>
        </p:spPr>
        <p:txBody>
          <a:bodyPr>
            <a:normAutofit/>
          </a:bodyPr>
          <a:lstStyle/>
          <a:p>
            <a:r>
              <a:rPr lang="en-US" dirty="0"/>
              <a:t>Named routes</a:t>
            </a:r>
          </a:p>
          <a:p>
            <a:pPr lvl="1"/>
            <a:r>
              <a:rPr lang="en-US" dirty="0" err="1"/>
              <a:t>Geef</a:t>
            </a:r>
            <a:r>
              <a:rPr lang="en-US" dirty="0"/>
              <a:t> je routes </a:t>
            </a:r>
            <a:r>
              <a:rPr lang="en-US" dirty="0" err="1"/>
              <a:t>namen</a:t>
            </a:r>
            <a:r>
              <a:rPr lang="en-US" dirty="0"/>
              <a:t> =&gt; </a:t>
            </a:r>
            <a:r>
              <a:rPr lang="en-US" dirty="0" err="1"/>
              <a:t>makkelijk</a:t>
            </a:r>
            <a:r>
              <a:rPr lang="en-US" dirty="0"/>
              <a:t> in je NAV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7FB8F-6B69-C046-CDF4-EC56F8EA71B5}"/>
              </a:ext>
            </a:extLst>
          </p:cNvPr>
          <p:cNvSpPr txBox="1"/>
          <p:nvPr/>
        </p:nvSpPr>
        <p:spPr>
          <a:xfrm>
            <a:off x="200060" y="3429000"/>
            <a:ext cx="10410601" cy="17226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Route::get(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'/mijnpagina'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PaginaController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nl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])-&gt;name(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'mijnpagina’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//-&gt;name is een CHAIN, wat uit Route::get komt is een object waar je weer functions op kan gebruiken zoals name(...)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 je </a:t>
            </a:r>
            <a:r>
              <a:rPr lang="nl-NL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blade</a:t>
            </a:r>
            <a:r>
              <a:rPr lang="nl-NL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kan je dan: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l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"{{ route('mijnpagina') }}“</a:t>
            </a:r>
            <a:r>
              <a:rPr lang="nl-NL" dirty="0">
                <a:solidFill>
                  <a:srgbClr val="9CDCFE"/>
                </a:solidFill>
                <a:latin typeface="Consolas" panose="020B0609020204030204" pitchFamily="49" charset="0"/>
              </a:rPr>
              <a:t> &gt;MY Page&lt;/a&gt;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20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CB14-1F6F-9CD9-DACE-5C85E76B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23D6-1C1E-A0FC-0678-E04623B1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Extra info: </a:t>
            </a:r>
            <a:r>
              <a:rPr lang="nl-NL" dirty="0" err="1"/>
              <a:t>Named</a:t>
            </a:r>
            <a:r>
              <a:rPr lang="nl-NL" dirty="0"/>
              <a:t> routes met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CD03-82C9-84BE-CF50-14F6F667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200869" cy="4170441"/>
          </a:xfrm>
        </p:spPr>
        <p:txBody>
          <a:bodyPr>
            <a:normAutofit/>
          </a:bodyPr>
          <a:lstStyle/>
          <a:p>
            <a:r>
              <a:rPr lang="en-US" dirty="0" err="1"/>
              <a:t>Zoals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/</a:t>
            </a:r>
            <a:r>
              <a:rPr lang="en-US" dirty="0" err="1"/>
              <a:t>afspraak</a:t>
            </a:r>
            <a:r>
              <a:rPr lang="en-US" dirty="0"/>
              <a:t>/{id}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Dan route(‘naam’,[‘</a:t>
            </a:r>
            <a:r>
              <a:rPr lang="en-US" dirty="0" err="1"/>
              <a:t>paramnaam</a:t>
            </a:r>
            <a:r>
              <a:rPr lang="en-US" dirty="0"/>
              <a:t>’ =&gt; </a:t>
            </a:r>
            <a:r>
              <a:rPr lang="en-US" dirty="0" err="1"/>
              <a:t>waarde</a:t>
            </a:r>
            <a:r>
              <a:rPr lang="en-US" dirty="0"/>
              <a:t> of variable])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2960C-B2B6-3B48-9601-5DFD7FB4B22F}"/>
              </a:ext>
            </a:extLst>
          </p:cNvPr>
          <p:cNvSpPr txBox="1"/>
          <p:nvPr/>
        </p:nvSpPr>
        <p:spPr>
          <a:xfrm>
            <a:off x="685801" y="4560441"/>
            <a:ext cx="10667999" cy="10045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Route::get(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'/afspraak/{</a:t>
            </a:r>
            <a:r>
              <a:rPr lang="nl-NL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}'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AfspraakController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nl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])-&gt;name(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'afspraak'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l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"{{ route('afspraak',['get'=&gt; 1]) }}"</a:t>
            </a:r>
            <a:r>
              <a:rPr lang="nl-NL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afpsraak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l-NL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l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l-NL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4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https://github.com/progsen/m8prog_laravel/tree/main/week3%20-%20Blade</a:t>
            </a:r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0D05E-2FA1-F4C2-2390-382F64899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99" y="4015775"/>
            <a:ext cx="6589919" cy="19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227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Controller plus</vt:lpstr>
      <vt:lpstr>Deze les</vt:lpstr>
      <vt:lpstr>Voorbeeld</vt:lpstr>
      <vt:lpstr>Routes</vt:lpstr>
      <vt:lpstr>Stelregel</vt:lpstr>
      <vt:lpstr>Extra info: Named routes</vt:lpstr>
      <vt:lpstr>Extra info: Named routes met parameters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46</cp:revision>
  <dcterms:created xsi:type="dcterms:W3CDTF">2026-01-26T11:26:42Z</dcterms:created>
  <dcterms:modified xsi:type="dcterms:W3CDTF">2026-04-23T12:15:03Z</dcterms:modified>
</cp:coreProperties>
</file>