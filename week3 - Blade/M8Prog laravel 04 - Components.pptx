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94" r:id="rId4"/>
    <p:sldId id="295" r:id="rId5"/>
    <p:sldId id="296" r:id="rId6"/>
    <p:sldId id="297" r:id="rId7"/>
    <p:sldId id="298" r:id="rId8"/>
    <p:sldId id="299" r:id="rId9"/>
    <p:sldId id="291" r:id="rId10"/>
    <p:sldId id="300" r:id="rId11"/>
    <p:sldId id="301" r:id="rId12"/>
    <p:sldId id="302" r:id="rId1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1E58ED-CE8C-4248-BA67-EE5B51BE0FBF}" v="13" dt="2026-04-23T07:27:46.8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8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an Javorac" userId="913c2858-fb97-4c6e-a42c-b1f1a16b225e" providerId="ADAL" clId="{BC00D9DF-F858-4149-8B7B-F211D448CEDA}"/>
    <pc:docChg chg="undo custSel addSld delSld modSld sldOrd">
      <pc:chgData name="Dragan Javorac" userId="913c2858-fb97-4c6e-a42c-b1f1a16b225e" providerId="ADAL" clId="{BC00D9DF-F858-4149-8B7B-F211D448CEDA}" dt="2026-04-23T07:28:42.614" v="2728" actId="47"/>
      <pc:docMkLst>
        <pc:docMk/>
      </pc:docMkLst>
      <pc:sldChg chg="modSp mod">
        <pc:chgData name="Dragan Javorac" userId="913c2858-fb97-4c6e-a42c-b1f1a16b225e" providerId="ADAL" clId="{BC00D9DF-F858-4149-8B7B-F211D448CEDA}" dt="2026-04-21T12:40:32.690" v="1754" actId="20577"/>
        <pc:sldMkLst>
          <pc:docMk/>
          <pc:sldMk cId="1675132989" sldId="256"/>
        </pc:sldMkLst>
        <pc:spChg chg="mod">
          <ac:chgData name="Dragan Javorac" userId="913c2858-fb97-4c6e-a42c-b1f1a16b225e" providerId="ADAL" clId="{BC00D9DF-F858-4149-8B7B-F211D448CEDA}" dt="2026-04-21T12:40:30.501" v="1749" actId="20577"/>
          <ac:spMkLst>
            <pc:docMk/>
            <pc:sldMk cId="1675132989" sldId="256"/>
            <ac:spMk id="2" creationId="{2DE44B35-1FE4-9587-2810-66AD4B1C8B85}"/>
          </ac:spMkLst>
        </pc:spChg>
        <pc:spChg chg="mod">
          <ac:chgData name="Dragan Javorac" userId="913c2858-fb97-4c6e-a42c-b1f1a16b225e" providerId="ADAL" clId="{BC00D9DF-F858-4149-8B7B-F211D448CEDA}" dt="2026-04-21T12:40:32.690" v="1754" actId="20577"/>
          <ac:spMkLst>
            <pc:docMk/>
            <pc:sldMk cId="1675132989" sldId="256"/>
            <ac:spMk id="3" creationId="{B805F77B-6020-B0DD-1FB2-BB27CC2A9969}"/>
          </ac:spMkLst>
        </pc:spChg>
      </pc:sldChg>
      <pc:sldChg chg="modSp mod">
        <pc:chgData name="Dragan Javorac" userId="913c2858-fb97-4c6e-a42c-b1f1a16b225e" providerId="ADAL" clId="{BC00D9DF-F858-4149-8B7B-F211D448CEDA}" dt="2026-04-21T12:40:47.728" v="1810" actId="20577"/>
        <pc:sldMkLst>
          <pc:docMk/>
          <pc:sldMk cId="1221871206" sldId="258"/>
        </pc:sldMkLst>
        <pc:spChg chg="mod">
          <ac:chgData name="Dragan Javorac" userId="913c2858-fb97-4c6e-a42c-b1f1a16b225e" providerId="ADAL" clId="{BC00D9DF-F858-4149-8B7B-F211D448CEDA}" dt="2026-04-21T12:40:47.728" v="1810" actId="20577"/>
          <ac:spMkLst>
            <pc:docMk/>
            <pc:sldMk cId="1221871206" sldId="258"/>
            <ac:spMk id="3" creationId="{C6629818-6211-064B-9795-C8B695EA634D}"/>
          </ac:spMkLst>
        </pc:spChg>
      </pc:sldChg>
      <pc:sldChg chg="addSp delSp modSp mod">
        <pc:chgData name="Dragan Javorac" userId="913c2858-fb97-4c6e-a42c-b1f1a16b225e" providerId="ADAL" clId="{BC00D9DF-F858-4149-8B7B-F211D448CEDA}" dt="2026-04-23T07:25:44.911" v="2528" actId="478"/>
        <pc:sldMkLst>
          <pc:docMk/>
          <pc:sldMk cId="3154598550" sldId="291"/>
        </pc:sldMkLst>
        <pc:spChg chg="mod">
          <ac:chgData name="Dragan Javorac" userId="913c2858-fb97-4c6e-a42c-b1f1a16b225e" providerId="ADAL" clId="{BC00D9DF-F858-4149-8B7B-F211D448CEDA}" dt="2026-04-23T07:07:06.628" v="1841" actId="20577"/>
          <ac:spMkLst>
            <pc:docMk/>
            <pc:sldMk cId="3154598550" sldId="291"/>
            <ac:spMk id="2" creationId="{39D87518-F217-311C-2B48-D86CE00E51B4}"/>
          </ac:spMkLst>
        </pc:spChg>
        <pc:spChg chg="mod">
          <ac:chgData name="Dragan Javorac" userId="913c2858-fb97-4c6e-a42c-b1f1a16b225e" providerId="ADAL" clId="{BC00D9DF-F858-4149-8B7B-F211D448CEDA}" dt="2026-04-23T07:25:09.081" v="2520" actId="27636"/>
          <ac:spMkLst>
            <pc:docMk/>
            <pc:sldMk cId="3154598550" sldId="291"/>
            <ac:spMk id="3" creationId="{ECD36147-A3C4-48C9-34FE-AC6C4791EDB1}"/>
          </ac:spMkLst>
        </pc:spChg>
        <pc:picChg chg="add del mod modCrop">
          <ac:chgData name="Dragan Javorac" userId="913c2858-fb97-4c6e-a42c-b1f1a16b225e" providerId="ADAL" clId="{BC00D9DF-F858-4149-8B7B-F211D448CEDA}" dt="2026-04-23T07:16:18.625" v="1929" actId="478"/>
          <ac:picMkLst>
            <pc:docMk/>
            <pc:sldMk cId="3154598550" sldId="291"/>
            <ac:picMk id="5" creationId="{03160BB2-D99D-5943-B388-3646B69D6752}"/>
          </ac:picMkLst>
        </pc:picChg>
        <pc:picChg chg="del">
          <ac:chgData name="Dragan Javorac" userId="913c2858-fb97-4c6e-a42c-b1f1a16b225e" providerId="ADAL" clId="{BC00D9DF-F858-4149-8B7B-F211D448CEDA}" dt="2026-04-23T07:13:07.221" v="1866" actId="478"/>
          <ac:picMkLst>
            <pc:docMk/>
            <pc:sldMk cId="3154598550" sldId="291"/>
            <ac:picMk id="6" creationId="{9C0A5A73-F0F9-A2C2-5B86-499976BECFF5}"/>
          </ac:picMkLst>
        </pc:picChg>
        <pc:picChg chg="del">
          <ac:chgData name="Dragan Javorac" userId="913c2858-fb97-4c6e-a42c-b1f1a16b225e" providerId="ADAL" clId="{BC00D9DF-F858-4149-8B7B-F211D448CEDA}" dt="2026-04-23T07:13:07.221" v="1866" actId="478"/>
          <ac:picMkLst>
            <pc:docMk/>
            <pc:sldMk cId="3154598550" sldId="291"/>
            <ac:picMk id="8" creationId="{37D7BC1F-1F9D-0FE1-1FB0-6B07002EFD8B}"/>
          </ac:picMkLst>
        </pc:picChg>
        <pc:picChg chg="add del mod">
          <ac:chgData name="Dragan Javorac" userId="913c2858-fb97-4c6e-a42c-b1f1a16b225e" providerId="ADAL" clId="{BC00D9DF-F858-4149-8B7B-F211D448CEDA}" dt="2026-04-23T07:25:34.301" v="2525" actId="478"/>
          <ac:picMkLst>
            <pc:docMk/>
            <pc:sldMk cId="3154598550" sldId="291"/>
            <ac:picMk id="9" creationId="{1E463ED7-58F7-7C26-066D-7CB0CA3256DE}"/>
          </ac:picMkLst>
        </pc:picChg>
        <pc:picChg chg="add del mod">
          <ac:chgData name="Dragan Javorac" userId="913c2858-fb97-4c6e-a42c-b1f1a16b225e" providerId="ADAL" clId="{BC00D9DF-F858-4149-8B7B-F211D448CEDA}" dt="2026-04-23T07:25:44.911" v="2528" actId="478"/>
          <ac:picMkLst>
            <pc:docMk/>
            <pc:sldMk cId="3154598550" sldId="291"/>
            <ac:picMk id="10" creationId="{5BA0F4CA-6B77-A560-6895-71C00090F3A7}"/>
          </ac:picMkLst>
        </pc:picChg>
      </pc:sldChg>
      <pc:sldChg chg="add del">
        <pc:chgData name="Dragan Javorac" userId="913c2858-fb97-4c6e-a42c-b1f1a16b225e" providerId="ADAL" clId="{BC00D9DF-F858-4149-8B7B-F211D448CEDA}" dt="2026-04-23T07:28:42.614" v="2728" actId="47"/>
        <pc:sldMkLst>
          <pc:docMk/>
          <pc:sldMk cId="3995289958" sldId="292"/>
        </pc:sldMkLst>
      </pc:sldChg>
      <pc:sldChg chg="modSp add del mod">
        <pc:chgData name="Dragan Javorac" userId="913c2858-fb97-4c6e-a42c-b1f1a16b225e" providerId="ADAL" clId="{BC00D9DF-F858-4149-8B7B-F211D448CEDA}" dt="2026-04-23T07:25:40.191" v="2527" actId="47"/>
        <pc:sldMkLst>
          <pc:docMk/>
          <pc:sldMk cId="1647965375" sldId="293"/>
        </pc:sldMkLst>
        <pc:spChg chg="mod">
          <ac:chgData name="Dragan Javorac" userId="913c2858-fb97-4c6e-a42c-b1f1a16b225e" providerId="ADAL" clId="{BC00D9DF-F858-4149-8B7B-F211D448CEDA}" dt="2026-04-23T07:16:27.310" v="1948" actId="20577"/>
          <ac:spMkLst>
            <pc:docMk/>
            <pc:sldMk cId="1647965375" sldId="293"/>
            <ac:spMk id="2" creationId="{E9901208-634F-360A-1D0A-3326FBC3C928}"/>
          </ac:spMkLst>
        </pc:spChg>
      </pc:sldChg>
      <pc:sldChg chg="addSp modSp add mod">
        <pc:chgData name="Dragan Javorac" userId="913c2858-fb97-4c6e-a42c-b1f1a16b225e" providerId="ADAL" clId="{BC00D9DF-F858-4149-8B7B-F211D448CEDA}" dt="2026-04-23T07:18:07.820" v="2081" actId="20577"/>
        <pc:sldMkLst>
          <pc:docMk/>
          <pc:sldMk cId="3148462324" sldId="294"/>
        </pc:sldMkLst>
        <pc:spChg chg="mod">
          <ac:chgData name="Dragan Javorac" userId="913c2858-fb97-4c6e-a42c-b1f1a16b225e" providerId="ADAL" clId="{BC00D9DF-F858-4149-8B7B-F211D448CEDA}" dt="2026-04-23T07:17:00.830" v="1965" actId="20577"/>
          <ac:spMkLst>
            <pc:docMk/>
            <pc:sldMk cId="3148462324" sldId="294"/>
            <ac:spMk id="2" creationId="{00DFF03E-9C49-C990-3254-1964F1D6E142}"/>
          </ac:spMkLst>
        </pc:spChg>
        <pc:spChg chg="mod">
          <ac:chgData name="Dragan Javorac" userId="913c2858-fb97-4c6e-a42c-b1f1a16b225e" providerId="ADAL" clId="{BC00D9DF-F858-4149-8B7B-F211D448CEDA}" dt="2026-04-23T07:18:07.820" v="2081" actId="20577"/>
          <ac:spMkLst>
            <pc:docMk/>
            <pc:sldMk cId="3148462324" sldId="294"/>
            <ac:spMk id="3" creationId="{6E83B42B-0976-7CE2-E6A2-E40059221DCD}"/>
          </ac:spMkLst>
        </pc:spChg>
        <pc:picChg chg="add mod">
          <ac:chgData name="Dragan Javorac" userId="913c2858-fb97-4c6e-a42c-b1f1a16b225e" providerId="ADAL" clId="{BC00D9DF-F858-4149-8B7B-F211D448CEDA}" dt="2026-04-23T07:17:44.167" v="1970" actId="1076"/>
          <ac:picMkLst>
            <pc:docMk/>
            <pc:sldMk cId="3148462324" sldId="294"/>
            <ac:picMk id="5" creationId="{EF1B05E2-6BC7-47B9-DA22-B0D8DEA4A2C2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18:52.140" v="2181" actId="20577"/>
        <pc:sldMkLst>
          <pc:docMk/>
          <pc:sldMk cId="3922385060" sldId="295"/>
        </pc:sldMkLst>
        <pc:spChg chg="mod">
          <ac:chgData name="Dragan Javorac" userId="913c2858-fb97-4c6e-a42c-b1f1a16b225e" providerId="ADAL" clId="{BC00D9DF-F858-4149-8B7B-F211D448CEDA}" dt="2026-04-23T07:18:18.550" v="2098" actId="20577"/>
          <ac:spMkLst>
            <pc:docMk/>
            <pc:sldMk cId="3922385060" sldId="295"/>
            <ac:spMk id="2" creationId="{990CFB9D-C915-4800-7B91-181055D6730D}"/>
          </ac:spMkLst>
        </pc:spChg>
        <pc:spChg chg="mod">
          <ac:chgData name="Dragan Javorac" userId="913c2858-fb97-4c6e-a42c-b1f1a16b225e" providerId="ADAL" clId="{BC00D9DF-F858-4149-8B7B-F211D448CEDA}" dt="2026-04-23T07:18:52.140" v="2181" actId="20577"/>
          <ac:spMkLst>
            <pc:docMk/>
            <pc:sldMk cId="3922385060" sldId="295"/>
            <ac:spMk id="3" creationId="{9C2141C8-CF79-387F-2881-BF3C4E67DEA6}"/>
          </ac:spMkLst>
        </pc:spChg>
        <pc:picChg chg="del mod">
          <ac:chgData name="Dragan Javorac" userId="913c2858-fb97-4c6e-a42c-b1f1a16b225e" providerId="ADAL" clId="{BC00D9DF-F858-4149-8B7B-F211D448CEDA}" dt="2026-04-23T07:18:33.140" v="2101" actId="478"/>
          <ac:picMkLst>
            <pc:docMk/>
            <pc:sldMk cId="3922385060" sldId="295"/>
            <ac:picMk id="5" creationId="{91F85792-595A-577F-C107-905C1202B14D}"/>
          </ac:picMkLst>
        </pc:picChg>
        <pc:picChg chg="add mod">
          <ac:chgData name="Dragan Javorac" userId="913c2858-fb97-4c6e-a42c-b1f1a16b225e" providerId="ADAL" clId="{BC00D9DF-F858-4149-8B7B-F211D448CEDA}" dt="2026-04-23T07:18:37.654" v="2104" actId="1076"/>
          <ac:picMkLst>
            <pc:docMk/>
            <pc:sldMk cId="3922385060" sldId="295"/>
            <ac:picMk id="6" creationId="{1CCA8A87-5220-E824-568D-0AB0F420ACF1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19:53.161" v="2250" actId="1076"/>
        <pc:sldMkLst>
          <pc:docMk/>
          <pc:sldMk cId="3965295295" sldId="296"/>
        </pc:sldMkLst>
        <pc:spChg chg="mod">
          <ac:chgData name="Dragan Javorac" userId="913c2858-fb97-4c6e-a42c-b1f1a16b225e" providerId="ADAL" clId="{BC00D9DF-F858-4149-8B7B-F211D448CEDA}" dt="2026-04-23T07:19:50.207" v="2249" actId="20577"/>
          <ac:spMkLst>
            <pc:docMk/>
            <pc:sldMk cId="3965295295" sldId="296"/>
            <ac:spMk id="3" creationId="{B81E12D4-081E-8292-7450-3D7D9F5B96E6}"/>
          </ac:spMkLst>
        </pc:spChg>
        <pc:picChg chg="add mod">
          <ac:chgData name="Dragan Javorac" userId="913c2858-fb97-4c6e-a42c-b1f1a16b225e" providerId="ADAL" clId="{BC00D9DF-F858-4149-8B7B-F211D448CEDA}" dt="2026-04-23T07:19:53.161" v="2250" actId="1076"/>
          <ac:picMkLst>
            <pc:docMk/>
            <pc:sldMk cId="3965295295" sldId="296"/>
            <ac:picMk id="5" creationId="{2872ED59-F9B7-3705-4067-F4B2978C4B24}"/>
          </ac:picMkLst>
        </pc:picChg>
        <pc:picChg chg="del">
          <ac:chgData name="Dragan Javorac" userId="913c2858-fb97-4c6e-a42c-b1f1a16b225e" providerId="ADAL" clId="{BC00D9DF-F858-4149-8B7B-F211D448CEDA}" dt="2026-04-23T07:19:28.965" v="2187" actId="478"/>
          <ac:picMkLst>
            <pc:docMk/>
            <pc:sldMk cId="3965295295" sldId="296"/>
            <ac:picMk id="6" creationId="{A5A40C47-25A4-E4A6-836A-CD38F3B11DC5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20:24.152" v="2297" actId="20577"/>
        <pc:sldMkLst>
          <pc:docMk/>
          <pc:sldMk cId="396865564" sldId="297"/>
        </pc:sldMkLst>
        <pc:spChg chg="mod">
          <ac:chgData name="Dragan Javorac" userId="913c2858-fb97-4c6e-a42c-b1f1a16b225e" providerId="ADAL" clId="{BC00D9DF-F858-4149-8B7B-F211D448CEDA}" dt="2026-04-23T07:20:11.620" v="2271" actId="20577"/>
          <ac:spMkLst>
            <pc:docMk/>
            <pc:sldMk cId="396865564" sldId="297"/>
            <ac:spMk id="2" creationId="{A4BB3C04-FB4C-F332-AE52-0B95F40D6ED0}"/>
          </ac:spMkLst>
        </pc:spChg>
        <pc:spChg chg="mod">
          <ac:chgData name="Dragan Javorac" userId="913c2858-fb97-4c6e-a42c-b1f1a16b225e" providerId="ADAL" clId="{BC00D9DF-F858-4149-8B7B-F211D448CEDA}" dt="2026-04-23T07:20:24.152" v="2297" actId="20577"/>
          <ac:spMkLst>
            <pc:docMk/>
            <pc:sldMk cId="396865564" sldId="297"/>
            <ac:spMk id="3" creationId="{4ED802F3-8D16-34D7-F445-3C0613926B76}"/>
          </ac:spMkLst>
        </pc:spChg>
        <pc:picChg chg="del">
          <ac:chgData name="Dragan Javorac" userId="913c2858-fb97-4c6e-a42c-b1f1a16b225e" providerId="ADAL" clId="{BC00D9DF-F858-4149-8B7B-F211D448CEDA}" dt="2026-04-23T07:20:13.430" v="2273" actId="478"/>
          <ac:picMkLst>
            <pc:docMk/>
            <pc:sldMk cId="396865564" sldId="297"/>
            <ac:picMk id="5" creationId="{7C326109-F556-F6BD-79BB-64B00804F966}"/>
          </ac:picMkLst>
        </pc:picChg>
        <pc:picChg chg="add mod">
          <ac:chgData name="Dragan Javorac" userId="913c2858-fb97-4c6e-a42c-b1f1a16b225e" providerId="ADAL" clId="{BC00D9DF-F858-4149-8B7B-F211D448CEDA}" dt="2026-04-23T07:20:15.570" v="2276" actId="1076"/>
          <ac:picMkLst>
            <pc:docMk/>
            <pc:sldMk cId="396865564" sldId="297"/>
            <ac:picMk id="6" creationId="{BC87C024-3EB4-341D-28F9-CC729B7EE8A0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21:29.470" v="2382" actId="20577"/>
        <pc:sldMkLst>
          <pc:docMk/>
          <pc:sldMk cId="3966350636" sldId="298"/>
        </pc:sldMkLst>
        <pc:spChg chg="mod">
          <ac:chgData name="Dragan Javorac" userId="913c2858-fb97-4c6e-a42c-b1f1a16b225e" providerId="ADAL" clId="{BC00D9DF-F858-4149-8B7B-F211D448CEDA}" dt="2026-04-23T07:20:28.245" v="2307" actId="20577"/>
          <ac:spMkLst>
            <pc:docMk/>
            <pc:sldMk cId="3966350636" sldId="298"/>
            <ac:spMk id="2" creationId="{D266D1E5-78F6-DBE3-A027-FA8FF8A650C3}"/>
          </ac:spMkLst>
        </pc:spChg>
        <pc:spChg chg="mod">
          <ac:chgData name="Dragan Javorac" userId="913c2858-fb97-4c6e-a42c-b1f1a16b225e" providerId="ADAL" clId="{BC00D9DF-F858-4149-8B7B-F211D448CEDA}" dt="2026-04-23T07:21:29.470" v="2382" actId="20577"/>
          <ac:spMkLst>
            <pc:docMk/>
            <pc:sldMk cId="3966350636" sldId="298"/>
            <ac:spMk id="3" creationId="{2DA10542-C901-0EF5-2C5A-1066302DB0A4}"/>
          </ac:spMkLst>
        </pc:spChg>
        <pc:picChg chg="add mod">
          <ac:chgData name="Dragan Javorac" userId="913c2858-fb97-4c6e-a42c-b1f1a16b225e" providerId="ADAL" clId="{BC00D9DF-F858-4149-8B7B-F211D448CEDA}" dt="2026-04-23T07:21:04.801" v="2310" actId="1076"/>
          <ac:picMkLst>
            <pc:docMk/>
            <pc:sldMk cId="3966350636" sldId="298"/>
            <ac:picMk id="5" creationId="{35878802-6F2D-A8AA-BB89-5A0B4BDE16EB}"/>
          </ac:picMkLst>
        </pc:picChg>
        <pc:picChg chg="del">
          <ac:chgData name="Dragan Javorac" userId="913c2858-fb97-4c6e-a42c-b1f1a16b225e" providerId="ADAL" clId="{BC00D9DF-F858-4149-8B7B-F211D448CEDA}" dt="2026-04-23T07:20:30.039" v="2308" actId="478"/>
          <ac:picMkLst>
            <pc:docMk/>
            <pc:sldMk cId="3966350636" sldId="298"/>
            <ac:picMk id="6" creationId="{09914D92-CD0D-4060-D856-CAB0222AE7B1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24:50.481" v="2487" actId="20577"/>
        <pc:sldMkLst>
          <pc:docMk/>
          <pc:sldMk cId="2297006781" sldId="299"/>
        </pc:sldMkLst>
        <pc:spChg chg="mod">
          <ac:chgData name="Dragan Javorac" userId="913c2858-fb97-4c6e-a42c-b1f1a16b225e" providerId="ADAL" clId="{BC00D9DF-F858-4149-8B7B-F211D448CEDA}" dt="2026-04-23T07:21:37.930" v="2402" actId="20577"/>
          <ac:spMkLst>
            <pc:docMk/>
            <pc:sldMk cId="2297006781" sldId="299"/>
            <ac:spMk id="2" creationId="{53000867-1976-1F40-9EFF-D0592791A424}"/>
          </ac:spMkLst>
        </pc:spChg>
        <pc:spChg chg="mod">
          <ac:chgData name="Dragan Javorac" userId="913c2858-fb97-4c6e-a42c-b1f1a16b225e" providerId="ADAL" clId="{BC00D9DF-F858-4149-8B7B-F211D448CEDA}" dt="2026-04-23T07:24:50.481" v="2487" actId="20577"/>
          <ac:spMkLst>
            <pc:docMk/>
            <pc:sldMk cId="2297006781" sldId="299"/>
            <ac:spMk id="3" creationId="{8244AFC5-4B46-36D7-5C15-DE9896161A07}"/>
          </ac:spMkLst>
        </pc:spChg>
        <pc:picChg chg="del">
          <ac:chgData name="Dragan Javorac" userId="913c2858-fb97-4c6e-a42c-b1f1a16b225e" providerId="ADAL" clId="{BC00D9DF-F858-4149-8B7B-F211D448CEDA}" dt="2026-04-23T07:22:28.072" v="2403" actId="478"/>
          <ac:picMkLst>
            <pc:docMk/>
            <pc:sldMk cId="2297006781" sldId="299"/>
            <ac:picMk id="5" creationId="{A3AB714F-9AD6-FFF0-40E8-E895B7232D06}"/>
          </ac:picMkLst>
        </pc:picChg>
        <pc:picChg chg="add mod">
          <ac:chgData name="Dragan Javorac" userId="913c2858-fb97-4c6e-a42c-b1f1a16b225e" providerId="ADAL" clId="{BC00D9DF-F858-4149-8B7B-F211D448CEDA}" dt="2026-04-23T07:22:30.677" v="2406" actId="14100"/>
          <ac:picMkLst>
            <pc:docMk/>
            <pc:sldMk cId="2297006781" sldId="299"/>
            <ac:picMk id="6" creationId="{5316E3E0-316B-47BF-AB56-034689C13B43}"/>
          </ac:picMkLst>
        </pc:picChg>
        <pc:picChg chg="add mod">
          <ac:chgData name="Dragan Javorac" userId="913c2858-fb97-4c6e-a42c-b1f1a16b225e" providerId="ADAL" clId="{BC00D9DF-F858-4149-8B7B-F211D448CEDA}" dt="2026-04-23T07:24:23.211" v="2411" actId="1076"/>
          <ac:picMkLst>
            <pc:docMk/>
            <pc:sldMk cId="2297006781" sldId="299"/>
            <ac:picMk id="8" creationId="{4F368BED-B3EA-E207-331B-F5A8F884620A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26:58.711" v="2578" actId="478"/>
        <pc:sldMkLst>
          <pc:docMk/>
          <pc:sldMk cId="20243551" sldId="300"/>
        </pc:sldMkLst>
        <pc:spChg chg="mod">
          <ac:chgData name="Dragan Javorac" userId="913c2858-fb97-4c6e-a42c-b1f1a16b225e" providerId="ADAL" clId="{BC00D9DF-F858-4149-8B7B-F211D448CEDA}" dt="2026-04-23T07:25:58.832" v="2571" actId="20577"/>
          <ac:spMkLst>
            <pc:docMk/>
            <pc:sldMk cId="20243551" sldId="300"/>
            <ac:spMk id="3" creationId="{42C3067D-1975-9D67-C5D4-880987DA5F05}"/>
          </ac:spMkLst>
        </pc:spChg>
        <pc:picChg chg="add del">
          <ac:chgData name="Dragan Javorac" userId="913c2858-fb97-4c6e-a42c-b1f1a16b225e" providerId="ADAL" clId="{BC00D9DF-F858-4149-8B7B-F211D448CEDA}" dt="2026-04-23T07:26:58.711" v="2578" actId="478"/>
          <ac:picMkLst>
            <pc:docMk/>
            <pc:sldMk cId="20243551" sldId="300"/>
            <ac:picMk id="5" creationId="{408BCF55-5352-8AD4-1EB6-4ECFFAD1048E}"/>
          </ac:picMkLst>
        </pc:picChg>
        <pc:picChg chg="del">
          <ac:chgData name="Dragan Javorac" userId="913c2858-fb97-4c6e-a42c-b1f1a16b225e" providerId="ADAL" clId="{BC00D9DF-F858-4149-8B7B-F211D448CEDA}" dt="2026-04-23T07:25:52.641" v="2552" actId="478"/>
          <ac:picMkLst>
            <pc:docMk/>
            <pc:sldMk cId="20243551" sldId="300"/>
            <ac:picMk id="9" creationId="{DCC22B23-06C8-0866-3A36-A03419255ACB}"/>
          </ac:picMkLst>
        </pc:picChg>
        <pc:picChg chg="mod">
          <ac:chgData name="Dragan Javorac" userId="913c2858-fb97-4c6e-a42c-b1f1a16b225e" providerId="ADAL" clId="{BC00D9DF-F858-4149-8B7B-F211D448CEDA}" dt="2026-04-23T07:25:53.611" v="2553" actId="1076"/>
          <ac:picMkLst>
            <pc:docMk/>
            <pc:sldMk cId="20243551" sldId="300"/>
            <ac:picMk id="10" creationId="{F2F5C490-28CC-CC59-69B8-5EF6BA44CF3D}"/>
          </ac:picMkLst>
        </pc:picChg>
      </pc:sldChg>
      <pc:sldChg chg="modSp add del mod">
        <pc:chgData name="Dragan Javorac" userId="913c2858-fb97-4c6e-a42c-b1f1a16b225e" providerId="ADAL" clId="{BC00D9DF-F858-4149-8B7B-F211D448CEDA}" dt="2026-04-23T07:26:51.313" v="2576" actId="47"/>
        <pc:sldMkLst>
          <pc:docMk/>
          <pc:sldMk cId="397736484" sldId="301"/>
        </pc:sldMkLst>
        <pc:spChg chg="mod">
          <ac:chgData name="Dragan Javorac" userId="913c2858-fb97-4c6e-a42c-b1f1a16b225e" providerId="ADAL" clId="{BC00D9DF-F858-4149-8B7B-F211D448CEDA}" dt="2026-04-23T07:26:03.301" v="2573" actId="20577"/>
          <ac:spMkLst>
            <pc:docMk/>
            <pc:sldMk cId="397736484" sldId="301"/>
            <ac:spMk id="3" creationId="{4822E268-4F60-D5C1-2346-467F1097F83E}"/>
          </ac:spMkLst>
        </pc:spChg>
        <pc:picChg chg="mod">
          <ac:chgData name="Dragan Javorac" userId="913c2858-fb97-4c6e-a42c-b1f1a16b225e" providerId="ADAL" clId="{BC00D9DF-F858-4149-8B7B-F211D448CEDA}" dt="2026-04-23T07:26:05.910" v="2574" actId="1076"/>
          <ac:picMkLst>
            <pc:docMk/>
            <pc:sldMk cId="397736484" sldId="301"/>
            <ac:picMk id="10" creationId="{2BCC5503-81D5-36B5-5B6A-A901B1A56DC9}"/>
          </ac:picMkLst>
        </pc:picChg>
      </pc:sldChg>
      <pc:sldChg chg="delSp modSp add mod">
        <pc:chgData name="Dragan Javorac" userId="913c2858-fb97-4c6e-a42c-b1f1a16b225e" providerId="ADAL" clId="{BC00D9DF-F858-4149-8B7B-F211D448CEDA}" dt="2026-04-23T07:27:44.767" v="2662" actId="14100"/>
        <pc:sldMkLst>
          <pc:docMk/>
          <pc:sldMk cId="4269512782" sldId="301"/>
        </pc:sldMkLst>
        <pc:spChg chg="mod">
          <ac:chgData name="Dragan Javorac" userId="913c2858-fb97-4c6e-a42c-b1f1a16b225e" providerId="ADAL" clId="{BC00D9DF-F858-4149-8B7B-F211D448CEDA}" dt="2026-04-23T07:27:05.901" v="2588" actId="20577"/>
          <ac:spMkLst>
            <pc:docMk/>
            <pc:sldMk cId="4269512782" sldId="301"/>
            <ac:spMk id="2" creationId="{9A1A91FD-1CF8-BEB7-0384-82BB55FF86C3}"/>
          </ac:spMkLst>
        </pc:spChg>
        <pc:spChg chg="mod">
          <ac:chgData name="Dragan Javorac" userId="913c2858-fb97-4c6e-a42c-b1f1a16b225e" providerId="ADAL" clId="{BC00D9DF-F858-4149-8B7B-F211D448CEDA}" dt="2026-04-23T07:27:44.767" v="2662" actId="14100"/>
          <ac:spMkLst>
            <pc:docMk/>
            <pc:sldMk cId="4269512782" sldId="301"/>
            <ac:spMk id="3" creationId="{5AD3B802-50F8-D69A-BAB3-F58CA917A813}"/>
          </ac:spMkLst>
        </pc:spChg>
        <pc:picChg chg="mod modCrop">
          <ac:chgData name="Dragan Javorac" userId="913c2858-fb97-4c6e-a42c-b1f1a16b225e" providerId="ADAL" clId="{BC00D9DF-F858-4149-8B7B-F211D448CEDA}" dt="2026-04-23T07:27:42.823" v="2661" actId="1076"/>
          <ac:picMkLst>
            <pc:docMk/>
            <pc:sldMk cId="4269512782" sldId="301"/>
            <ac:picMk id="5" creationId="{D71C6474-C74E-ED06-F156-C02BE22AEB22}"/>
          </ac:picMkLst>
        </pc:picChg>
        <pc:picChg chg="del">
          <ac:chgData name="Dragan Javorac" userId="913c2858-fb97-4c6e-a42c-b1f1a16b225e" providerId="ADAL" clId="{BC00D9DF-F858-4149-8B7B-F211D448CEDA}" dt="2026-04-23T07:27:10.110" v="2591" actId="478"/>
          <ac:picMkLst>
            <pc:docMk/>
            <pc:sldMk cId="4269512782" sldId="301"/>
            <ac:picMk id="10" creationId="{DCF93678-36DD-B48D-6FFE-1851FBDB7630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3T07:28:32.304" v="2727" actId="20577"/>
        <pc:sldMkLst>
          <pc:docMk/>
          <pc:sldMk cId="1106297151" sldId="302"/>
        </pc:sldMkLst>
        <pc:spChg chg="mod">
          <ac:chgData name="Dragan Javorac" userId="913c2858-fb97-4c6e-a42c-b1f1a16b225e" providerId="ADAL" clId="{BC00D9DF-F858-4149-8B7B-F211D448CEDA}" dt="2026-04-23T07:28:32.304" v="2727" actId="20577"/>
          <ac:spMkLst>
            <pc:docMk/>
            <pc:sldMk cId="1106297151" sldId="302"/>
            <ac:spMk id="3" creationId="{012AAA79-5F62-8E8E-A6DE-781D39121572}"/>
          </ac:spMkLst>
        </pc:spChg>
        <pc:picChg chg="del">
          <ac:chgData name="Dragan Javorac" userId="913c2858-fb97-4c6e-a42c-b1f1a16b225e" providerId="ADAL" clId="{BC00D9DF-F858-4149-8B7B-F211D448CEDA}" dt="2026-04-23T07:27:55.324" v="2680" actId="478"/>
          <ac:picMkLst>
            <pc:docMk/>
            <pc:sldMk cId="1106297151" sldId="302"/>
            <ac:picMk id="5" creationId="{54FD83D7-FD48-8925-E35D-0AC80BC1CF7D}"/>
          </ac:picMkLst>
        </pc:picChg>
        <pc:picChg chg="add mod modCrop">
          <ac:chgData name="Dragan Javorac" userId="913c2858-fb97-4c6e-a42c-b1f1a16b225e" providerId="ADAL" clId="{BC00D9DF-F858-4149-8B7B-F211D448CEDA}" dt="2026-04-23T07:28:20.375" v="2686" actId="1076"/>
          <ac:picMkLst>
            <pc:docMk/>
            <pc:sldMk cId="1106297151" sldId="302"/>
            <ac:picMk id="6" creationId="{D65255F4-9850-EEEE-E7F1-048809D9C67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D8319-B0C4-68AC-F7FB-643FD3259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7E276-0E73-75E5-9B5A-7ADC936B6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F41C-167E-0027-B0A6-4C0A3B6E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BAA01-6741-0360-F2F4-B53927BB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356F2-E03D-0BA5-D4A9-536DE890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6395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20204-1784-387E-BF9F-695F74C7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26295-2F37-A4B5-3175-FC96ACC9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1B2CC-B9C5-081C-2A95-4F2A7249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D52CB-F027-3AEF-5F3E-A7C3BF34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A8CFA-13B4-9F98-25D2-F17D657D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965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192E-31E7-6424-69C1-A413739B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3B43C-80EE-648B-7DBC-CD4AB2E29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D72C-BE37-8755-2E55-C42777EC8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5F52-0334-DC8E-6002-BBEC395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ECE6B-DF78-8160-BC51-FD343131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721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4148F-3840-866D-270A-66AFB87B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9B78-206E-0227-523A-2D064A0BD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81934-9F46-5E43-77CE-D69848875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DE3D5-A960-204C-57A2-D7B16095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58872-104C-5663-3CF2-CB1FB779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56C11-0448-3492-DB1F-282027C5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306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94CA-92C8-DB33-6F49-1372970DE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7B400-781F-4021-D786-FB4A25DE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5F8FB-3FE6-C7C1-6417-CF8E5219D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E1B16-FA36-8538-979A-19A9FEE78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C26F96-D6EA-122D-8B0C-D12428F65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A17CF-E598-C148-6C77-72F361DC1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3788B-6C3F-C187-499A-DCE92969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EBD4A-A937-B54E-1F88-04E47A24D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0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6CC5-02BD-6435-B6E2-0BF8CB9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13DDE-8947-FEEC-5F79-588CBDC9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C63F6-0FCC-D92B-F94B-12B5A8C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2D613-8B93-C1D7-B3AE-F771FA61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6353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FAE490-DCE1-1BCD-B51F-7956E33A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6A1146-32C3-FBC2-EFF5-9F50BF89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59564-076E-1D1B-FF98-1045514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5836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21678-D44A-5046-5FCC-887FAFD6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ADA7A-E154-A9AE-A605-43AA295A5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7FBAC-7845-F2A0-F288-A9827DBED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30C6F-114E-9F38-8690-258743C1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EDCBB-423D-BD44-3C1C-83696A57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D70BC-E4B8-50EC-6FA1-071C3535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84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8F9-28B8-6638-DA8C-10D29577E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32315-F438-1ECF-4AE1-240FE9626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6BF94-CA6C-5602-485A-F83383E26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3788E-BF4B-7FBE-DD32-1D2D474E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0969B-807C-55C8-E026-54082DCE0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39243-D71F-1BD8-9C66-5F76D610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5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8280-271B-600C-46C8-A643B944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6E182-817A-EB2C-D245-A955D3262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A6554-967F-8411-A2AE-082C0AD13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8AFC-C5C6-F9CA-7F48-4689E6A0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E352-FDEE-5F9C-53E4-9F5A5DB0C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85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A3BC3-8D89-84D2-B655-7D5CFAAF8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BC103-99F0-0E68-E287-9702F9AA2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10B68-EBE0-ED92-5630-2DCA33612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7EBE-D39D-0CE1-0585-85186E7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F872-0B41-B243-A277-474C4E2E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716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B3E2D-FEE8-6BAC-E7E7-2920CED7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0BAC4-E475-DBC1-95B7-79E8C1B2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F086-8DEA-8E9D-3299-D21663FFB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6792F-A28E-4983-A7F5-F40ED51D6004}" type="datetimeFigureOut">
              <a:rPr lang="nl-NL" smtClean="0"/>
              <a:t>23-4-2026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2B3E5-DD03-7942-8934-3FBD965876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F6F8-364E-DDD3-7201-6E86C869D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526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44B35-1FE4-9587-2810-66AD4B1C8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Components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F77B-6020-B0DD-1FB2-BB27CC2A9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blade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75132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86EF3-069F-B02A-49D5-3E4E8EF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942F-69E7-AC59-F94F-AD06889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9818-6211-064B-9795-C8B695EA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Kunnen jullie je website in componenten scheiden</a:t>
            </a:r>
          </a:p>
        </p:txBody>
      </p:sp>
    </p:spTree>
    <p:extLst>
      <p:ext uri="{BB962C8B-B14F-4D97-AF65-F5344CB8AC3E}">
        <p14:creationId xmlns:p14="http://schemas.microsoft.com/office/powerpoint/2010/main" val="122187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2B126-1117-DFC5-32BA-8DB535A1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FF03E-9C49-C990-3254-1964F1D6E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Voorbeeld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3B42B-0976-7CE2-E6A2-E40059221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27689" cy="4351338"/>
          </a:xfrm>
        </p:spPr>
        <p:txBody>
          <a:bodyPr/>
          <a:lstStyle/>
          <a:p>
            <a:r>
              <a:rPr lang="nl-NL" dirty="0"/>
              <a:t>We hebben een </a:t>
            </a:r>
            <a:r>
              <a:rPr lang="nl-NL" dirty="0" err="1"/>
              <a:t>section</a:t>
            </a:r>
            <a:endParaRPr lang="nl-NL" dirty="0"/>
          </a:p>
          <a:p>
            <a:r>
              <a:rPr lang="nl-NL" dirty="0"/>
              <a:t>Die willen we hergebruiken</a:t>
            </a:r>
          </a:p>
          <a:p>
            <a:endParaRPr lang="nl-NL" dirty="0"/>
          </a:p>
          <a:p>
            <a:r>
              <a:rPr lang="nl-NL" dirty="0"/>
              <a:t>In </a:t>
            </a:r>
            <a:r>
              <a:rPr lang="nl-NL" dirty="0" err="1"/>
              <a:t>php</a:t>
            </a:r>
            <a:r>
              <a:rPr lang="nl-NL" dirty="0"/>
              <a:t>=&gt; </a:t>
            </a:r>
            <a:r>
              <a:rPr lang="nl-NL" dirty="0" err="1"/>
              <a:t>include</a:t>
            </a:r>
            <a:endParaRPr lang="nl-NL" dirty="0"/>
          </a:p>
          <a:p>
            <a:endParaRPr lang="nl-NL" dirty="0"/>
          </a:p>
          <a:p>
            <a:r>
              <a:rPr lang="nl-NL" dirty="0"/>
              <a:t>Nu een component, maar hoe?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1B05E2-6BC7-47B9-DA22-B0D8DEA4A2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8492" y="89135"/>
            <a:ext cx="4893508" cy="676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46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2B9E2-5F27-8697-30FF-F29A71B5B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CFB9D-C915-4800-7B91-181055D67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Components</a:t>
            </a:r>
            <a:r>
              <a:rPr lang="nl-NL" dirty="0"/>
              <a:t> dir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141C8-CF79-387F-2881-BF3C4E67D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27689" cy="4351338"/>
          </a:xfrm>
        </p:spPr>
        <p:txBody>
          <a:bodyPr/>
          <a:lstStyle/>
          <a:p>
            <a:r>
              <a:rPr lang="nl-NL" dirty="0"/>
              <a:t>Onder views</a:t>
            </a:r>
          </a:p>
          <a:p>
            <a:pPr lvl="1"/>
            <a:r>
              <a:rPr lang="nl-NL" dirty="0"/>
              <a:t>Maak je </a:t>
            </a:r>
            <a:r>
              <a:rPr lang="nl-NL" dirty="0" err="1"/>
              <a:t>components</a:t>
            </a:r>
            <a:endParaRPr lang="nl-NL" dirty="0"/>
          </a:p>
          <a:p>
            <a:pPr lvl="1"/>
            <a:endParaRPr lang="nl-NL" dirty="0"/>
          </a:p>
          <a:p>
            <a:r>
              <a:rPr lang="nl-NL" dirty="0"/>
              <a:t>Dan maak je gewoon een </a:t>
            </a:r>
            <a:r>
              <a:rPr lang="nl-NL" dirty="0" err="1"/>
              <a:t>blade.php</a:t>
            </a:r>
            <a:r>
              <a:rPr lang="nl-NL" dirty="0"/>
              <a:t> file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CA8A87-5220-E824-568D-0AB0F420A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0415" y="1086864"/>
            <a:ext cx="5241585" cy="2780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3850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71BC4-E916-1C6E-27E7-20F8B0BF7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EB228-3A7D-84C4-747A-FC6518095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Components</a:t>
            </a:r>
            <a:r>
              <a:rPr lang="nl-NL" dirty="0"/>
              <a:t> dir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E12D4-081E-8292-7450-3D7D9F5B96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27689" cy="4351338"/>
          </a:xfrm>
        </p:spPr>
        <p:txBody>
          <a:bodyPr/>
          <a:lstStyle/>
          <a:p>
            <a:r>
              <a:rPr lang="nl-NL" dirty="0"/>
              <a:t>Bijvoorbeeld demo-</a:t>
            </a:r>
            <a:r>
              <a:rPr lang="nl-NL" dirty="0" err="1"/>
              <a:t>panel.blade</a:t>
            </a:r>
            <a:endParaRPr lang="nl-NL" dirty="0"/>
          </a:p>
          <a:p>
            <a:endParaRPr lang="nl-NL" dirty="0"/>
          </a:p>
          <a:p>
            <a:r>
              <a:rPr lang="nl-NL" dirty="0"/>
              <a:t>- is de conventie!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72ED59-F9B7-3705-4067-F4B2978C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39885"/>
            <a:ext cx="6104901" cy="2768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952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3FCDA-498B-2BDF-A94A-C1038C311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B3C04-FB4C-F332-AE52-0B95F40D6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Html naar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D802F3-8D16-34D7-F445-3C0613926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27689" cy="4351338"/>
          </a:xfrm>
        </p:spPr>
        <p:txBody>
          <a:bodyPr/>
          <a:lstStyle/>
          <a:p>
            <a:r>
              <a:rPr lang="nl-NL" dirty="0"/>
              <a:t>in demo-</a:t>
            </a:r>
            <a:r>
              <a:rPr lang="nl-NL" dirty="0" err="1"/>
              <a:t>panel.blade</a:t>
            </a:r>
            <a:endParaRPr lang="nl-NL" dirty="0"/>
          </a:p>
          <a:p>
            <a:pPr lvl="1"/>
            <a:r>
              <a:rPr lang="nl-NL" dirty="0"/>
              <a:t>Zet je de html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87C024-3EB4-341D-28F9-CC729B7EE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598086"/>
            <a:ext cx="6354261" cy="2419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65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283DD-35E1-97C4-56B2-618041550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6D1E5-78F6-DBE3-A027-FA8FF8A65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Gebruiken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10542-C901-0EF5-2C5A-1066302DB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27689" cy="4351338"/>
          </a:xfrm>
        </p:spPr>
        <p:txBody>
          <a:bodyPr/>
          <a:lstStyle/>
          <a:p>
            <a:r>
              <a:rPr lang="nl-NL" dirty="0"/>
              <a:t>In je pagina</a:t>
            </a:r>
          </a:p>
          <a:p>
            <a:r>
              <a:rPr lang="nl-NL" dirty="0"/>
              <a:t>Gebruik je &lt;x-NAAM</a:t>
            </a:r>
          </a:p>
          <a:p>
            <a:endParaRPr lang="nl-NL" dirty="0"/>
          </a:p>
          <a:p>
            <a:r>
              <a:rPr lang="nl-NL" dirty="0"/>
              <a:t>In ons geval &lt;x-demo-panel/&gt;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878802-6F2D-A8AA-BB89-5A0B4BDE1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350" y="1318354"/>
            <a:ext cx="4743450" cy="398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350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474AD-3232-BCBC-FE23-D8BDEFDFA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0867-1976-1F40-9EFF-D0592791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Sub directories?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4AFC5-4B46-36D7-5C15-DE9896161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27689" cy="4351338"/>
          </a:xfrm>
        </p:spPr>
        <p:txBody>
          <a:bodyPr/>
          <a:lstStyle/>
          <a:p>
            <a:r>
              <a:rPr lang="nl-NL" dirty="0"/>
              <a:t>&lt;x-DIRECTORY.FILE</a:t>
            </a:r>
          </a:p>
          <a:p>
            <a:endParaRPr lang="nl-NL" dirty="0"/>
          </a:p>
          <a:p>
            <a:r>
              <a:rPr lang="nl-NL" dirty="0"/>
              <a:t>Dus in dit geval</a:t>
            </a:r>
          </a:p>
          <a:p>
            <a:pPr lvl="1"/>
            <a:r>
              <a:rPr lang="nl-NL" dirty="0"/>
              <a:t>&lt;x-</a:t>
            </a:r>
            <a:r>
              <a:rPr lang="nl-NL" dirty="0" err="1"/>
              <a:t>panels.fancy</a:t>
            </a:r>
            <a:r>
              <a:rPr lang="nl-NL" dirty="0"/>
              <a:t>-panel/&gt;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16E3E0-316B-47BF-AB56-034689C13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4094" y="808922"/>
            <a:ext cx="5203879" cy="3118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368BED-B3EA-E207-331B-F5A8F8846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495" y="5069051"/>
            <a:ext cx="5939852" cy="1242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006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ACC67-282B-6194-0AB6-D840194D1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87518-F217-311C-2B48-D86CE00E5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Game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36147-A3C4-48C9-34FE-AC6C4791E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445959" cy="4170441"/>
          </a:xfrm>
        </p:spPr>
        <p:txBody>
          <a:bodyPr>
            <a:normAutofit/>
          </a:bodyPr>
          <a:lstStyle/>
          <a:p>
            <a:r>
              <a:rPr lang="en-US" dirty="0"/>
              <a:t>Stel we </a:t>
            </a:r>
            <a:r>
              <a:rPr lang="en-US" dirty="0" err="1"/>
              <a:t>hebben</a:t>
            </a:r>
            <a:r>
              <a:rPr lang="en-US" dirty="0"/>
              <a:t> </a:t>
            </a:r>
            <a:r>
              <a:rPr lang="en-US" dirty="0" err="1"/>
              <a:t>dit</a:t>
            </a:r>
            <a:r>
              <a:rPr lang="en-US" dirty="0"/>
              <a:t> =&gt;</a:t>
            </a:r>
          </a:p>
          <a:p>
            <a:r>
              <a:rPr lang="en-US" dirty="0"/>
              <a:t>En we </a:t>
            </a:r>
            <a:r>
              <a:rPr lang="en-US" dirty="0" err="1"/>
              <a:t>willen</a:t>
            </a:r>
            <a:r>
              <a:rPr lang="en-US" dirty="0"/>
              <a:t> </a:t>
            </a:r>
            <a:r>
              <a:rPr lang="en-US" dirty="0" err="1"/>
              <a:t>dit</a:t>
            </a:r>
            <a:r>
              <a:rPr lang="en-US" dirty="0"/>
              <a:t> </a:t>
            </a:r>
            <a:r>
              <a:rPr lang="en-US" dirty="0" err="1"/>
              <a:t>stuk</a:t>
            </a:r>
            <a:r>
              <a:rPr lang="en-US" dirty="0"/>
              <a:t> html </a:t>
            </a:r>
            <a:r>
              <a:rPr lang="en-US" dirty="0" err="1"/>
              <a:t>hergebruiken</a:t>
            </a:r>
            <a:endParaRPr lang="nl-NL" dirty="0"/>
          </a:p>
          <a:p>
            <a:endParaRPr lang="nl-NL" dirty="0"/>
          </a:p>
          <a:p>
            <a:r>
              <a:rPr lang="nl-NL" dirty="0"/>
              <a:t>Heeft een $game nodig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463ED7-58F7-7C26-066D-7CB0CA325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339" y="743496"/>
            <a:ext cx="5505527" cy="5252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598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524C1-959F-CD58-9FEF-4DED4E261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ECC4C-C16C-38A1-4AC2-30F18D6B4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Game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3067D-1975-9D67-C5D4-880987DA5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445959" cy="4170441"/>
          </a:xfrm>
        </p:spPr>
        <p:txBody>
          <a:bodyPr>
            <a:normAutofit/>
          </a:bodyPr>
          <a:lstStyle/>
          <a:p>
            <a:r>
              <a:rPr lang="en-US" dirty="0"/>
              <a:t>Maak de component</a:t>
            </a:r>
          </a:p>
          <a:p>
            <a:endParaRPr lang="en-US" dirty="0"/>
          </a:p>
          <a:p>
            <a:r>
              <a:rPr lang="en-US" dirty="0" err="1"/>
              <a:t>Verhuis</a:t>
            </a:r>
            <a:r>
              <a:rPr lang="en-US" dirty="0"/>
              <a:t> de html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F5C490-28CC-CC59-69B8-5EF6BA44CF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230220"/>
            <a:ext cx="6104901" cy="2768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C61C3-A24A-7B13-6295-7764B1401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A91FD-1CF8-BEB7-0384-82BB55FF8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Game view </a:t>
            </a:r>
            <a:r>
              <a:rPr lang="nl-NL" dirty="0" err="1"/>
              <a:t>attribute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3B802-50F8-D69A-BAB3-F58CA917A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08752" cy="4170441"/>
          </a:xfrm>
        </p:spPr>
        <p:txBody>
          <a:bodyPr>
            <a:normAutofit/>
          </a:bodyPr>
          <a:lstStyle/>
          <a:p>
            <a:r>
              <a:rPr lang="en-US" dirty="0"/>
              <a:t>@props([…])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Gewoon</a:t>
            </a:r>
            <a:r>
              <a:rPr lang="en-US" dirty="0"/>
              <a:t> </a:t>
            </a:r>
            <a:r>
              <a:rPr lang="en-US" dirty="0" err="1"/>
              <a:t>naampjes</a:t>
            </a:r>
            <a:endParaRPr lang="en-US" dirty="0"/>
          </a:p>
          <a:p>
            <a:r>
              <a:rPr lang="en-US" dirty="0"/>
              <a:t>Dus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ons</a:t>
            </a:r>
            <a:r>
              <a:rPr lang="en-US" dirty="0"/>
              <a:t> game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1C6474-C74E-ED06-F156-C02BE22AEB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454" r="11708"/>
          <a:stretch>
            <a:fillRect/>
          </a:stretch>
        </p:blipFill>
        <p:spPr>
          <a:xfrm>
            <a:off x="4796852" y="1690688"/>
            <a:ext cx="7395148" cy="454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512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3ECA6-B1E3-18ED-37E9-FD1763D39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134C6-7379-9373-9BE3-6DF9034EB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Game view </a:t>
            </a:r>
            <a:r>
              <a:rPr lang="nl-NL" dirty="0" err="1"/>
              <a:t>attribute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AAA79-5F62-8E8E-A6DE-781D39121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08752" cy="4170441"/>
          </a:xfrm>
        </p:spPr>
        <p:txBody>
          <a:bodyPr>
            <a:normAutofit/>
          </a:bodyPr>
          <a:lstStyle/>
          <a:p>
            <a:r>
              <a:rPr lang="en-US" dirty="0"/>
              <a:t>Dan in je </a:t>
            </a:r>
            <a:r>
              <a:rPr lang="en-US" dirty="0" err="1"/>
              <a:t>pagina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Waarom</a:t>
            </a:r>
            <a:r>
              <a:rPr lang="en-US" dirty="0"/>
              <a:t> :?</a:t>
            </a:r>
          </a:p>
          <a:p>
            <a:pPr lvl="1"/>
            <a:r>
              <a:rPr lang="en-US" dirty="0"/>
              <a:t>Dan </a:t>
            </a:r>
            <a:r>
              <a:rPr lang="en-US" dirty="0" err="1"/>
              <a:t>kan</a:t>
            </a:r>
            <a:r>
              <a:rPr lang="en-US" dirty="0"/>
              <a:t> je </a:t>
            </a:r>
            <a:r>
              <a:rPr lang="en-US" dirty="0" err="1"/>
              <a:t>php</a:t>
            </a:r>
            <a:r>
              <a:rPr lang="en-US" dirty="0"/>
              <a:t> </a:t>
            </a:r>
            <a:r>
              <a:rPr lang="en-US" dirty="0" err="1"/>
              <a:t>gebruiken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5255F4-9850-EEEE-E7F1-048809D9C6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52"/>
          <a:stretch>
            <a:fillRect/>
          </a:stretch>
        </p:blipFill>
        <p:spPr>
          <a:xfrm>
            <a:off x="5485152" y="1825625"/>
            <a:ext cx="6706848" cy="2383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297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152</Words>
  <Application>Microsoft Office PowerPoint</Application>
  <PresentationFormat>Widescreen</PresentationFormat>
  <Paragraphs>53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Components</vt:lpstr>
      <vt:lpstr>Deze les</vt:lpstr>
      <vt:lpstr>Voorbeeld</vt:lpstr>
      <vt:lpstr>Components dir</vt:lpstr>
      <vt:lpstr>Components dir</vt:lpstr>
      <vt:lpstr>Html naar component</vt:lpstr>
      <vt:lpstr>Gebruiken</vt:lpstr>
      <vt:lpstr>Sub directories?</vt:lpstr>
      <vt:lpstr>Game view</vt:lpstr>
      <vt:lpstr>Game view</vt:lpstr>
      <vt:lpstr>Game view attribute</vt:lpstr>
      <vt:lpstr>Game view attribute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Dragan Javorac</dc:creator>
  <cp:lastModifiedBy>Dragan Javorac</cp:lastModifiedBy>
  <cp:revision>42</cp:revision>
  <dcterms:created xsi:type="dcterms:W3CDTF">2026-01-26T11:26:42Z</dcterms:created>
  <dcterms:modified xsi:type="dcterms:W3CDTF">2026-04-23T07:28:43Z</dcterms:modified>
</cp:coreProperties>
</file>