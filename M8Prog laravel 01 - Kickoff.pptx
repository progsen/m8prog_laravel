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4" r:id="rId5"/>
    <p:sldId id="265" r:id="rId6"/>
    <p:sldId id="267" r:id="rId7"/>
    <p:sldId id="268" r:id="rId8"/>
    <p:sldId id="269" r:id="rId9"/>
    <p:sldId id="271" r:id="rId10"/>
    <p:sldId id="272" r:id="rId11"/>
    <p:sldId id="273" r:id="rId12"/>
    <p:sldId id="275" r:id="rId13"/>
    <p:sldId id="274" r:id="rId14"/>
    <p:sldId id="276" r:id="rId15"/>
    <p:sldId id="277" r:id="rId16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E9EC92-9455-409F-A105-F6AAFA0F45B5}" v="15" dt="2026-04-20T14:22:28.4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78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agan Javorac" userId="913c2858-fb97-4c6e-a42c-b1f1a16b225e" providerId="ADAL" clId="{BC00D9DF-F858-4149-8B7B-F211D448CEDA}"/>
    <pc:docChg chg="undo custSel addSld delSld modSld sldOrd">
      <pc:chgData name="Dragan Javorac" userId="913c2858-fb97-4c6e-a42c-b1f1a16b225e" providerId="ADAL" clId="{BC00D9DF-F858-4149-8B7B-F211D448CEDA}" dt="2026-04-20T14:22:34.360" v="1443" actId="6549"/>
      <pc:docMkLst>
        <pc:docMk/>
      </pc:docMkLst>
      <pc:sldChg chg="modSp mod ord">
        <pc:chgData name="Dragan Javorac" userId="913c2858-fb97-4c6e-a42c-b1f1a16b225e" providerId="ADAL" clId="{BC00D9DF-F858-4149-8B7B-F211D448CEDA}" dt="2026-04-20T13:58:29.653" v="1331" actId="20577"/>
        <pc:sldMkLst>
          <pc:docMk/>
          <pc:sldMk cId="3374944751" sldId="257"/>
        </pc:sldMkLst>
        <pc:spChg chg="mod">
          <ac:chgData name="Dragan Javorac" userId="913c2858-fb97-4c6e-a42c-b1f1a16b225e" providerId="ADAL" clId="{BC00D9DF-F858-4149-8B7B-F211D448CEDA}" dt="2026-04-20T13:58:29.653" v="1331" actId="20577"/>
          <ac:spMkLst>
            <pc:docMk/>
            <pc:sldMk cId="3374944751" sldId="257"/>
            <ac:spMk id="2" creationId="{9C389F99-DDCA-A1A9-1203-9FDAB89BF3A9}"/>
          </ac:spMkLst>
        </pc:spChg>
      </pc:sldChg>
      <pc:sldChg chg="modSp mod">
        <pc:chgData name="Dragan Javorac" userId="913c2858-fb97-4c6e-a42c-b1f1a16b225e" providerId="ADAL" clId="{BC00D9DF-F858-4149-8B7B-F211D448CEDA}" dt="2026-04-20T12:56:28.166" v="202" actId="20577"/>
        <pc:sldMkLst>
          <pc:docMk/>
          <pc:sldMk cId="1221871206" sldId="258"/>
        </pc:sldMkLst>
        <pc:spChg chg="mod">
          <ac:chgData name="Dragan Javorac" userId="913c2858-fb97-4c6e-a42c-b1f1a16b225e" providerId="ADAL" clId="{BC00D9DF-F858-4149-8B7B-F211D448CEDA}" dt="2026-04-20T12:56:28.166" v="202" actId="20577"/>
          <ac:spMkLst>
            <pc:docMk/>
            <pc:sldMk cId="1221871206" sldId="258"/>
            <ac:spMk id="3" creationId="{C6629818-6211-064B-9795-C8B695EA634D}"/>
          </ac:spMkLst>
        </pc:spChg>
      </pc:sldChg>
      <pc:sldChg chg="del">
        <pc:chgData name="Dragan Javorac" userId="913c2858-fb97-4c6e-a42c-b1f1a16b225e" providerId="ADAL" clId="{BC00D9DF-F858-4149-8B7B-F211D448CEDA}" dt="2026-04-20T12:57:10.760" v="348" actId="47"/>
        <pc:sldMkLst>
          <pc:docMk/>
          <pc:sldMk cId="2544943614" sldId="260"/>
        </pc:sldMkLst>
      </pc:sldChg>
      <pc:sldChg chg="del">
        <pc:chgData name="Dragan Javorac" userId="913c2858-fb97-4c6e-a42c-b1f1a16b225e" providerId="ADAL" clId="{BC00D9DF-F858-4149-8B7B-F211D448CEDA}" dt="2026-04-20T12:56:32.032" v="203" actId="47"/>
        <pc:sldMkLst>
          <pc:docMk/>
          <pc:sldMk cId="1912488285" sldId="261"/>
        </pc:sldMkLst>
      </pc:sldChg>
      <pc:sldChg chg="del">
        <pc:chgData name="Dragan Javorac" userId="913c2858-fb97-4c6e-a42c-b1f1a16b225e" providerId="ADAL" clId="{BC00D9DF-F858-4149-8B7B-F211D448CEDA}" dt="2026-04-20T12:56:34.218" v="204" actId="47"/>
        <pc:sldMkLst>
          <pc:docMk/>
          <pc:sldMk cId="975356081" sldId="262"/>
        </pc:sldMkLst>
      </pc:sldChg>
      <pc:sldChg chg="del">
        <pc:chgData name="Dragan Javorac" userId="913c2858-fb97-4c6e-a42c-b1f1a16b225e" providerId="ADAL" clId="{BC00D9DF-F858-4149-8B7B-F211D448CEDA}" dt="2026-04-20T12:56:36.310" v="205" actId="47"/>
        <pc:sldMkLst>
          <pc:docMk/>
          <pc:sldMk cId="4077960106" sldId="263"/>
        </pc:sldMkLst>
      </pc:sldChg>
      <pc:sldChg chg="del">
        <pc:chgData name="Dragan Javorac" userId="913c2858-fb97-4c6e-a42c-b1f1a16b225e" providerId="ADAL" clId="{BC00D9DF-F858-4149-8B7B-F211D448CEDA}" dt="2026-04-20T12:57:12.621" v="349" actId="47"/>
        <pc:sldMkLst>
          <pc:docMk/>
          <pc:sldMk cId="3464282836" sldId="264"/>
        </pc:sldMkLst>
      </pc:sldChg>
      <pc:sldChg chg="add">
        <pc:chgData name="Dragan Javorac" userId="913c2858-fb97-4c6e-a42c-b1f1a16b225e" providerId="ADAL" clId="{BC00D9DF-F858-4149-8B7B-F211D448CEDA}" dt="2026-04-20T13:58:14.417" v="1312"/>
        <pc:sldMkLst>
          <pc:docMk/>
          <pc:sldMk cId="4216161161" sldId="264"/>
        </pc:sldMkLst>
      </pc:sldChg>
      <pc:sldChg chg="modSp mod">
        <pc:chgData name="Dragan Javorac" userId="913c2858-fb97-4c6e-a42c-b1f1a16b225e" providerId="ADAL" clId="{BC00D9DF-F858-4149-8B7B-F211D448CEDA}" dt="2026-04-20T12:57:07.869" v="347" actId="20577"/>
        <pc:sldMkLst>
          <pc:docMk/>
          <pc:sldMk cId="1837655919" sldId="265"/>
        </pc:sldMkLst>
        <pc:spChg chg="mod">
          <ac:chgData name="Dragan Javorac" userId="913c2858-fb97-4c6e-a42c-b1f1a16b225e" providerId="ADAL" clId="{BC00D9DF-F858-4149-8B7B-F211D448CEDA}" dt="2026-04-20T12:57:07.869" v="347" actId="20577"/>
          <ac:spMkLst>
            <pc:docMk/>
            <pc:sldMk cId="1837655919" sldId="265"/>
            <ac:spMk id="3" creationId="{571FF7F4-F7D8-791A-E7A2-624CB2211E15}"/>
          </ac:spMkLst>
        </pc:spChg>
      </pc:sldChg>
      <pc:sldChg chg="add del">
        <pc:chgData name="Dragan Javorac" userId="913c2858-fb97-4c6e-a42c-b1f1a16b225e" providerId="ADAL" clId="{BC00D9DF-F858-4149-8B7B-F211D448CEDA}" dt="2026-04-20T13:58:07.490" v="1311" actId="47"/>
        <pc:sldMkLst>
          <pc:docMk/>
          <pc:sldMk cId="1200380372" sldId="266"/>
        </pc:sldMkLst>
      </pc:sldChg>
      <pc:sldChg chg="addSp delSp modSp add mod">
        <pc:chgData name="Dragan Javorac" userId="913c2858-fb97-4c6e-a42c-b1f1a16b225e" providerId="ADAL" clId="{BC00D9DF-F858-4149-8B7B-F211D448CEDA}" dt="2026-04-20T13:00:29.687" v="636" actId="20577"/>
        <pc:sldMkLst>
          <pc:docMk/>
          <pc:sldMk cId="1127631716" sldId="267"/>
        </pc:sldMkLst>
        <pc:spChg chg="mod">
          <ac:chgData name="Dragan Javorac" userId="913c2858-fb97-4c6e-a42c-b1f1a16b225e" providerId="ADAL" clId="{BC00D9DF-F858-4149-8B7B-F211D448CEDA}" dt="2026-04-20T12:58:19.458" v="377" actId="20577"/>
          <ac:spMkLst>
            <pc:docMk/>
            <pc:sldMk cId="1127631716" sldId="267"/>
            <ac:spMk id="2" creationId="{9256CC3B-7E54-B77B-2D53-18D18F997C6B}"/>
          </ac:spMkLst>
        </pc:spChg>
        <pc:spChg chg="mod">
          <ac:chgData name="Dragan Javorac" userId="913c2858-fb97-4c6e-a42c-b1f1a16b225e" providerId="ADAL" clId="{BC00D9DF-F858-4149-8B7B-F211D448CEDA}" dt="2026-04-20T13:00:29.687" v="636" actId="20577"/>
          <ac:spMkLst>
            <pc:docMk/>
            <pc:sldMk cId="1127631716" sldId="267"/>
            <ac:spMk id="3" creationId="{E3C05911-ACB3-D21B-ABF1-C7734711DCF0}"/>
          </ac:spMkLst>
        </pc:spChg>
        <pc:picChg chg="add del mod">
          <ac:chgData name="Dragan Javorac" userId="913c2858-fb97-4c6e-a42c-b1f1a16b225e" providerId="ADAL" clId="{BC00D9DF-F858-4149-8B7B-F211D448CEDA}" dt="2026-04-20T12:59:42.065" v="478" actId="478"/>
          <ac:picMkLst>
            <pc:docMk/>
            <pc:sldMk cId="1127631716" sldId="267"/>
            <ac:picMk id="5" creationId="{7C89EBBD-6BF4-6B6C-BE06-817EAE1D1421}"/>
          </ac:picMkLst>
        </pc:picChg>
        <pc:picChg chg="add mod">
          <ac:chgData name="Dragan Javorac" userId="913c2858-fb97-4c6e-a42c-b1f1a16b225e" providerId="ADAL" clId="{BC00D9DF-F858-4149-8B7B-F211D448CEDA}" dt="2026-04-20T12:59:49.769" v="483" actId="1076"/>
          <ac:picMkLst>
            <pc:docMk/>
            <pc:sldMk cId="1127631716" sldId="267"/>
            <ac:picMk id="7" creationId="{E7260878-2AF5-FFBD-85A0-F13913EA30E6}"/>
          </ac:picMkLst>
        </pc:picChg>
      </pc:sldChg>
      <pc:sldChg chg="delSp modSp add mod">
        <pc:chgData name="Dragan Javorac" userId="913c2858-fb97-4c6e-a42c-b1f1a16b225e" providerId="ADAL" clId="{BC00D9DF-F858-4149-8B7B-F211D448CEDA}" dt="2026-04-20T13:07:08.084" v="948" actId="20577"/>
        <pc:sldMkLst>
          <pc:docMk/>
          <pc:sldMk cId="2522837330" sldId="268"/>
        </pc:sldMkLst>
        <pc:spChg chg="mod">
          <ac:chgData name="Dragan Javorac" userId="913c2858-fb97-4c6e-a42c-b1f1a16b225e" providerId="ADAL" clId="{BC00D9DF-F858-4149-8B7B-F211D448CEDA}" dt="2026-04-20T13:00:37.387" v="648" actId="20577"/>
          <ac:spMkLst>
            <pc:docMk/>
            <pc:sldMk cId="2522837330" sldId="268"/>
            <ac:spMk id="2" creationId="{E2DD9071-8678-CAEF-86C3-F8EC58274B4C}"/>
          </ac:spMkLst>
        </pc:spChg>
        <pc:spChg chg="mod">
          <ac:chgData name="Dragan Javorac" userId="913c2858-fb97-4c6e-a42c-b1f1a16b225e" providerId="ADAL" clId="{BC00D9DF-F858-4149-8B7B-F211D448CEDA}" dt="2026-04-20T13:07:08.084" v="948" actId="20577"/>
          <ac:spMkLst>
            <pc:docMk/>
            <pc:sldMk cId="2522837330" sldId="268"/>
            <ac:spMk id="3" creationId="{1213AA78-2526-017B-9164-6030F596CD02}"/>
          </ac:spMkLst>
        </pc:spChg>
        <pc:picChg chg="del">
          <ac:chgData name="Dragan Javorac" userId="913c2858-fb97-4c6e-a42c-b1f1a16b225e" providerId="ADAL" clId="{BC00D9DF-F858-4149-8B7B-F211D448CEDA}" dt="2026-04-20T13:03:07.335" v="715" actId="478"/>
          <ac:picMkLst>
            <pc:docMk/>
            <pc:sldMk cId="2522837330" sldId="268"/>
            <ac:picMk id="7" creationId="{720E0721-E4A6-70CE-BAD2-C8BEA401BF8A}"/>
          </ac:picMkLst>
        </pc:picChg>
      </pc:sldChg>
      <pc:sldChg chg="addSp delSp modSp add mod">
        <pc:chgData name="Dragan Javorac" userId="913c2858-fb97-4c6e-a42c-b1f1a16b225e" providerId="ADAL" clId="{BC00D9DF-F858-4149-8B7B-F211D448CEDA}" dt="2026-04-20T13:02:53.433" v="659" actId="1076"/>
        <pc:sldMkLst>
          <pc:docMk/>
          <pc:sldMk cId="780809917" sldId="269"/>
        </pc:sldMkLst>
        <pc:spChg chg="del">
          <ac:chgData name="Dragan Javorac" userId="913c2858-fb97-4c6e-a42c-b1f1a16b225e" providerId="ADAL" clId="{BC00D9DF-F858-4149-8B7B-F211D448CEDA}" dt="2026-04-20T13:02:47.425" v="654" actId="478"/>
          <ac:spMkLst>
            <pc:docMk/>
            <pc:sldMk cId="780809917" sldId="269"/>
            <ac:spMk id="2" creationId="{93107AE6-58F5-2E07-5E96-F753985A3AF4}"/>
          </ac:spMkLst>
        </pc:spChg>
        <pc:spChg chg="del mod">
          <ac:chgData name="Dragan Javorac" userId="913c2858-fb97-4c6e-a42c-b1f1a16b225e" providerId="ADAL" clId="{BC00D9DF-F858-4149-8B7B-F211D448CEDA}" dt="2026-04-20T13:02:45.522" v="653" actId="478"/>
          <ac:spMkLst>
            <pc:docMk/>
            <pc:sldMk cId="780809917" sldId="269"/>
            <ac:spMk id="3" creationId="{EF1B9D82-0A31-205D-854C-E9408B5D9670}"/>
          </ac:spMkLst>
        </pc:spChg>
        <pc:spChg chg="add del mod">
          <ac:chgData name="Dragan Javorac" userId="913c2858-fb97-4c6e-a42c-b1f1a16b225e" providerId="ADAL" clId="{BC00D9DF-F858-4149-8B7B-F211D448CEDA}" dt="2026-04-20T13:02:48.625" v="656" actId="478"/>
          <ac:spMkLst>
            <pc:docMk/>
            <pc:sldMk cId="780809917" sldId="269"/>
            <ac:spMk id="8" creationId="{7E320E43-358D-0B9B-47E7-804E144614DF}"/>
          </ac:spMkLst>
        </pc:spChg>
        <pc:spChg chg="add del mod">
          <ac:chgData name="Dragan Javorac" userId="913c2858-fb97-4c6e-a42c-b1f1a16b225e" providerId="ADAL" clId="{BC00D9DF-F858-4149-8B7B-F211D448CEDA}" dt="2026-04-20T13:02:48.025" v="655" actId="478"/>
          <ac:spMkLst>
            <pc:docMk/>
            <pc:sldMk cId="780809917" sldId="269"/>
            <ac:spMk id="10" creationId="{C200BB0F-26E6-CE17-062D-3CEFBA3BC601}"/>
          </ac:spMkLst>
        </pc:spChg>
        <pc:picChg chg="add mod">
          <ac:chgData name="Dragan Javorac" userId="913c2858-fb97-4c6e-a42c-b1f1a16b225e" providerId="ADAL" clId="{BC00D9DF-F858-4149-8B7B-F211D448CEDA}" dt="2026-04-20T13:02:53.433" v="659" actId="1076"/>
          <ac:picMkLst>
            <pc:docMk/>
            <pc:sldMk cId="780809917" sldId="269"/>
            <ac:picMk id="5" creationId="{BAC3E76A-0EA3-5951-5885-632F43C5F7DE}"/>
          </ac:picMkLst>
        </pc:picChg>
        <pc:picChg chg="del">
          <ac:chgData name="Dragan Javorac" userId="913c2858-fb97-4c6e-a42c-b1f1a16b225e" providerId="ADAL" clId="{BC00D9DF-F858-4149-8B7B-F211D448CEDA}" dt="2026-04-20T13:02:41.990" v="650" actId="478"/>
          <ac:picMkLst>
            <pc:docMk/>
            <pc:sldMk cId="780809917" sldId="269"/>
            <ac:picMk id="7" creationId="{515751B0-B273-ED8E-9F9A-F6A932E931D0}"/>
          </ac:picMkLst>
        </pc:picChg>
      </pc:sldChg>
      <pc:sldChg chg="add del">
        <pc:chgData name="Dragan Javorac" userId="913c2858-fb97-4c6e-a42c-b1f1a16b225e" providerId="ADAL" clId="{BC00D9DF-F858-4149-8B7B-F211D448CEDA}" dt="2026-04-20T13:05:22.560" v="868" actId="47"/>
        <pc:sldMkLst>
          <pc:docMk/>
          <pc:sldMk cId="2892141780" sldId="270"/>
        </pc:sldMkLst>
      </pc:sldChg>
      <pc:sldChg chg="add">
        <pc:chgData name="Dragan Javorac" userId="913c2858-fb97-4c6e-a42c-b1f1a16b225e" providerId="ADAL" clId="{BC00D9DF-F858-4149-8B7B-F211D448CEDA}" dt="2026-04-20T13:05:21.437" v="867"/>
        <pc:sldMkLst>
          <pc:docMk/>
          <pc:sldMk cId="2729798725" sldId="271"/>
        </pc:sldMkLst>
      </pc:sldChg>
      <pc:sldChg chg="modSp add mod">
        <pc:chgData name="Dragan Javorac" userId="913c2858-fb97-4c6e-a42c-b1f1a16b225e" providerId="ADAL" clId="{BC00D9DF-F858-4149-8B7B-F211D448CEDA}" dt="2026-04-20T13:07:51.355" v="1065" actId="20577"/>
        <pc:sldMkLst>
          <pc:docMk/>
          <pc:sldMk cId="218540331" sldId="272"/>
        </pc:sldMkLst>
        <pc:spChg chg="mod">
          <ac:chgData name="Dragan Javorac" userId="913c2858-fb97-4c6e-a42c-b1f1a16b225e" providerId="ADAL" clId="{BC00D9DF-F858-4149-8B7B-F211D448CEDA}" dt="2026-04-20T13:06:38.510" v="875" actId="20577"/>
          <ac:spMkLst>
            <pc:docMk/>
            <pc:sldMk cId="218540331" sldId="272"/>
            <ac:spMk id="2" creationId="{79ACB165-A2D9-F103-EA6F-93584CC5166C}"/>
          </ac:spMkLst>
        </pc:spChg>
        <pc:spChg chg="mod">
          <ac:chgData name="Dragan Javorac" userId="913c2858-fb97-4c6e-a42c-b1f1a16b225e" providerId="ADAL" clId="{BC00D9DF-F858-4149-8B7B-F211D448CEDA}" dt="2026-04-20T13:07:51.355" v="1065" actId="20577"/>
          <ac:spMkLst>
            <pc:docMk/>
            <pc:sldMk cId="218540331" sldId="272"/>
            <ac:spMk id="3" creationId="{18E7F1CB-60BD-BCA2-61ED-D714D805A39C}"/>
          </ac:spMkLst>
        </pc:spChg>
      </pc:sldChg>
      <pc:sldChg chg="addSp delSp modSp add mod">
        <pc:chgData name="Dragan Javorac" userId="913c2858-fb97-4c6e-a42c-b1f1a16b225e" providerId="ADAL" clId="{BC00D9DF-F858-4149-8B7B-F211D448CEDA}" dt="2026-04-20T13:17:18.909" v="1268" actId="14100"/>
        <pc:sldMkLst>
          <pc:docMk/>
          <pc:sldMk cId="3647795254" sldId="273"/>
        </pc:sldMkLst>
        <pc:spChg chg="mod">
          <ac:chgData name="Dragan Javorac" userId="913c2858-fb97-4c6e-a42c-b1f1a16b225e" providerId="ADAL" clId="{BC00D9DF-F858-4149-8B7B-F211D448CEDA}" dt="2026-04-20T13:08:09.616" v="1076" actId="20577"/>
          <ac:spMkLst>
            <pc:docMk/>
            <pc:sldMk cId="3647795254" sldId="273"/>
            <ac:spMk id="2" creationId="{7E8C0935-D721-26CC-F19A-ADFB0868B7EE}"/>
          </ac:spMkLst>
        </pc:spChg>
        <pc:spChg chg="mod">
          <ac:chgData name="Dragan Javorac" userId="913c2858-fb97-4c6e-a42c-b1f1a16b225e" providerId="ADAL" clId="{BC00D9DF-F858-4149-8B7B-F211D448CEDA}" dt="2026-04-20T13:17:18.909" v="1268" actId="14100"/>
          <ac:spMkLst>
            <pc:docMk/>
            <pc:sldMk cId="3647795254" sldId="273"/>
            <ac:spMk id="3" creationId="{F616954B-38AF-4F93-C8D6-513BE0D427F5}"/>
          </ac:spMkLst>
        </pc:spChg>
        <pc:picChg chg="add del mod">
          <ac:chgData name="Dragan Javorac" userId="913c2858-fb97-4c6e-a42c-b1f1a16b225e" providerId="ADAL" clId="{BC00D9DF-F858-4149-8B7B-F211D448CEDA}" dt="2026-04-20T13:15:45.727" v="1156" actId="478"/>
          <ac:picMkLst>
            <pc:docMk/>
            <pc:sldMk cId="3647795254" sldId="273"/>
            <ac:picMk id="5" creationId="{056B0569-27A5-3438-2D4D-DE00EED33B4B}"/>
          </ac:picMkLst>
        </pc:picChg>
        <pc:picChg chg="add del">
          <ac:chgData name="Dragan Javorac" userId="913c2858-fb97-4c6e-a42c-b1f1a16b225e" providerId="ADAL" clId="{BC00D9DF-F858-4149-8B7B-F211D448CEDA}" dt="2026-04-20T13:15:44.947" v="1153" actId="478"/>
          <ac:picMkLst>
            <pc:docMk/>
            <pc:sldMk cId="3647795254" sldId="273"/>
            <ac:picMk id="7" creationId="{FA201E2E-840E-566F-6699-59E00D48FB73}"/>
          </ac:picMkLst>
        </pc:picChg>
        <pc:picChg chg="add del mod">
          <ac:chgData name="Dragan Javorac" userId="913c2858-fb97-4c6e-a42c-b1f1a16b225e" providerId="ADAL" clId="{BC00D9DF-F858-4149-8B7B-F211D448CEDA}" dt="2026-04-20T13:15:45.325" v="1155" actId="478"/>
          <ac:picMkLst>
            <pc:docMk/>
            <pc:sldMk cId="3647795254" sldId="273"/>
            <ac:picMk id="9" creationId="{F71C984D-4864-150D-9104-F49260590AF7}"/>
          </ac:picMkLst>
        </pc:picChg>
        <pc:picChg chg="add mod modCrop">
          <ac:chgData name="Dragan Javorac" userId="913c2858-fb97-4c6e-a42c-b1f1a16b225e" providerId="ADAL" clId="{BC00D9DF-F858-4149-8B7B-F211D448CEDA}" dt="2026-04-20T13:16:04.632" v="1167" actId="1076"/>
          <ac:picMkLst>
            <pc:docMk/>
            <pc:sldMk cId="3647795254" sldId="273"/>
            <ac:picMk id="11" creationId="{F58DEADF-634A-AB34-C9D5-CF9A3AC66714}"/>
          </ac:picMkLst>
        </pc:picChg>
        <pc:picChg chg="add mod">
          <ac:chgData name="Dragan Javorac" userId="913c2858-fb97-4c6e-a42c-b1f1a16b225e" providerId="ADAL" clId="{BC00D9DF-F858-4149-8B7B-F211D448CEDA}" dt="2026-04-20T13:16:04.632" v="1167" actId="1076"/>
          <ac:picMkLst>
            <pc:docMk/>
            <pc:sldMk cId="3647795254" sldId="273"/>
            <ac:picMk id="13" creationId="{3B380FD7-FF4E-38BE-6A79-261DD68C8C56}"/>
          </ac:picMkLst>
        </pc:picChg>
      </pc:sldChg>
      <pc:sldChg chg="delSp modSp add mod">
        <pc:chgData name="Dragan Javorac" userId="913c2858-fb97-4c6e-a42c-b1f1a16b225e" providerId="ADAL" clId="{BC00D9DF-F858-4149-8B7B-F211D448CEDA}" dt="2026-04-20T13:17:27.533" v="1272" actId="1076"/>
        <pc:sldMkLst>
          <pc:docMk/>
          <pc:sldMk cId="890829217" sldId="274"/>
        </pc:sldMkLst>
        <pc:spChg chg="mod">
          <ac:chgData name="Dragan Javorac" userId="913c2858-fb97-4c6e-a42c-b1f1a16b225e" providerId="ADAL" clId="{BC00D9DF-F858-4149-8B7B-F211D448CEDA}" dt="2026-04-20T13:16:13.373" v="1178" actId="5793"/>
          <ac:spMkLst>
            <pc:docMk/>
            <pc:sldMk cId="890829217" sldId="274"/>
            <ac:spMk id="3" creationId="{9A9327B7-CE23-0C79-42EC-13223FF1B6DA}"/>
          </ac:spMkLst>
        </pc:spChg>
        <pc:picChg chg="mod">
          <ac:chgData name="Dragan Javorac" userId="913c2858-fb97-4c6e-a42c-b1f1a16b225e" providerId="ADAL" clId="{BC00D9DF-F858-4149-8B7B-F211D448CEDA}" dt="2026-04-20T13:16:15.253" v="1179" actId="1076"/>
          <ac:picMkLst>
            <pc:docMk/>
            <pc:sldMk cId="890829217" sldId="274"/>
            <ac:picMk id="5" creationId="{A33EF12C-3B03-CBD5-3453-A18336D8292F}"/>
          </ac:picMkLst>
        </pc:picChg>
        <pc:picChg chg="mod">
          <ac:chgData name="Dragan Javorac" userId="913c2858-fb97-4c6e-a42c-b1f1a16b225e" providerId="ADAL" clId="{BC00D9DF-F858-4149-8B7B-F211D448CEDA}" dt="2026-04-20T13:17:27.533" v="1272" actId="1076"/>
          <ac:picMkLst>
            <pc:docMk/>
            <pc:sldMk cId="890829217" sldId="274"/>
            <ac:picMk id="7" creationId="{C0AE5A7D-5EA3-0A88-D65B-BBEC957C868D}"/>
          </ac:picMkLst>
        </pc:picChg>
        <pc:picChg chg="mod">
          <ac:chgData name="Dragan Javorac" userId="913c2858-fb97-4c6e-a42c-b1f1a16b225e" providerId="ADAL" clId="{BC00D9DF-F858-4149-8B7B-F211D448CEDA}" dt="2026-04-20T13:17:23.276" v="1269" actId="1076"/>
          <ac:picMkLst>
            <pc:docMk/>
            <pc:sldMk cId="890829217" sldId="274"/>
            <ac:picMk id="9" creationId="{00312B97-5CC5-46E7-127E-A496404F2988}"/>
          </ac:picMkLst>
        </pc:picChg>
        <pc:picChg chg="del">
          <ac:chgData name="Dragan Javorac" userId="913c2858-fb97-4c6e-a42c-b1f1a16b225e" providerId="ADAL" clId="{BC00D9DF-F858-4149-8B7B-F211D448CEDA}" dt="2026-04-20T13:16:16.363" v="1180" actId="478"/>
          <ac:picMkLst>
            <pc:docMk/>
            <pc:sldMk cId="890829217" sldId="274"/>
            <ac:picMk id="11" creationId="{29BE1B00-1AC4-C8B1-CF01-7CD50F7B967C}"/>
          </ac:picMkLst>
        </pc:picChg>
      </pc:sldChg>
      <pc:sldChg chg="addSp delSp modSp add mod">
        <pc:chgData name="Dragan Javorac" userId="913c2858-fb97-4c6e-a42c-b1f1a16b225e" providerId="ADAL" clId="{BC00D9DF-F858-4149-8B7B-F211D448CEDA}" dt="2026-04-20T13:17:14.665" v="1267" actId="1076"/>
        <pc:sldMkLst>
          <pc:docMk/>
          <pc:sldMk cId="3990401276" sldId="275"/>
        </pc:sldMkLst>
        <pc:spChg chg="mod">
          <ac:chgData name="Dragan Javorac" userId="913c2858-fb97-4c6e-a42c-b1f1a16b225e" providerId="ADAL" clId="{BC00D9DF-F858-4149-8B7B-F211D448CEDA}" dt="2026-04-20T13:16:54.710" v="1221" actId="20577"/>
          <ac:spMkLst>
            <pc:docMk/>
            <pc:sldMk cId="3990401276" sldId="275"/>
            <ac:spMk id="2" creationId="{A99190B3-8225-1DE4-8D53-AEEC9696DAFC}"/>
          </ac:spMkLst>
        </pc:spChg>
        <pc:spChg chg="mod">
          <ac:chgData name="Dragan Javorac" userId="913c2858-fb97-4c6e-a42c-b1f1a16b225e" providerId="ADAL" clId="{BC00D9DF-F858-4149-8B7B-F211D448CEDA}" dt="2026-04-20T13:17:11.552" v="1265" actId="14100"/>
          <ac:spMkLst>
            <pc:docMk/>
            <pc:sldMk cId="3990401276" sldId="275"/>
            <ac:spMk id="3" creationId="{8E537914-FF9D-F740-6D45-2E800B286E0C}"/>
          </ac:spMkLst>
        </pc:spChg>
        <pc:picChg chg="add mod">
          <ac:chgData name="Dragan Javorac" userId="913c2858-fb97-4c6e-a42c-b1f1a16b225e" providerId="ADAL" clId="{BC00D9DF-F858-4149-8B7B-F211D448CEDA}" dt="2026-04-20T13:17:14.665" v="1267" actId="1076"/>
          <ac:picMkLst>
            <pc:docMk/>
            <pc:sldMk cId="3990401276" sldId="275"/>
            <ac:picMk id="5" creationId="{736541C1-5400-65F3-A1B1-8301B27E885C}"/>
          </ac:picMkLst>
        </pc:picChg>
        <pc:picChg chg="del">
          <ac:chgData name="Dragan Javorac" userId="913c2858-fb97-4c6e-a42c-b1f1a16b225e" providerId="ADAL" clId="{BC00D9DF-F858-4149-8B7B-F211D448CEDA}" dt="2026-04-20T13:16:44.534" v="1184" actId="478"/>
          <ac:picMkLst>
            <pc:docMk/>
            <pc:sldMk cId="3990401276" sldId="275"/>
            <ac:picMk id="11" creationId="{29D0F6DB-969D-0259-368D-455438E464B4}"/>
          </ac:picMkLst>
        </pc:picChg>
        <pc:picChg chg="del">
          <ac:chgData name="Dragan Javorac" userId="913c2858-fb97-4c6e-a42c-b1f1a16b225e" providerId="ADAL" clId="{BC00D9DF-F858-4149-8B7B-F211D448CEDA}" dt="2026-04-20T13:16:44.534" v="1184" actId="478"/>
          <ac:picMkLst>
            <pc:docMk/>
            <pc:sldMk cId="3990401276" sldId="275"/>
            <ac:picMk id="13" creationId="{802433AF-EAB2-279A-AB64-125435D005C5}"/>
          </ac:picMkLst>
        </pc:picChg>
      </pc:sldChg>
      <pc:sldChg chg="addSp delSp modSp add mod">
        <pc:chgData name="Dragan Javorac" userId="913c2858-fb97-4c6e-a42c-b1f1a16b225e" providerId="ADAL" clId="{BC00D9DF-F858-4149-8B7B-F211D448CEDA}" dt="2026-04-20T13:18:38.516" v="1309" actId="1076"/>
        <pc:sldMkLst>
          <pc:docMk/>
          <pc:sldMk cId="3138344833" sldId="276"/>
        </pc:sldMkLst>
        <pc:spChg chg="mod">
          <ac:chgData name="Dragan Javorac" userId="913c2858-fb97-4c6e-a42c-b1f1a16b225e" providerId="ADAL" clId="{BC00D9DF-F858-4149-8B7B-F211D448CEDA}" dt="2026-04-20T13:18:19.818" v="1298" actId="20577"/>
          <ac:spMkLst>
            <pc:docMk/>
            <pc:sldMk cId="3138344833" sldId="276"/>
            <ac:spMk id="3" creationId="{E0E8185D-417F-C485-EB41-C5E76E494451}"/>
          </ac:spMkLst>
        </pc:spChg>
        <pc:picChg chg="del">
          <ac:chgData name="Dragan Javorac" userId="913c2858-fb97-4c6e-a42c-b1f1a16b225e" providerId="ADAL" clId="{BC00D9DF-F858-4149-8B7B-F211D448CEDA}" dt="2026-04-20T13:18:00.061" v="1283" actId="478"/>
          <ac:picMkLst>
            <pc:docMk/>
            <pc:sldMk cId="3138344833" sldId="276"/>
            <ac:picMk id="5" creationId="{60C7CA54-9C9B-7FD2-A003-DFF72B760889}"/>
          </ac:picMkLst>
        </pc:picChg>
        <pc:picChg chg="add mod">
          <ac:chgData name="Dragan Javorac" userId="913c2858-fb97-4c6e-a42c-b1f1a16b225e" providerId="ADAL" clId="{BC00D9DF-F858-4149-8B7B-F211D448CEDA}" dt="2026-04-20T13:18:36.904" v="1308" actId="1076"/>
          <ac:picMkLst>
            <pc:docMk/>
            <pc:sldMk cId="3138344833" sldId="276"/>
            <ac:picMk id="6" creationId="{62D0E468-14F8-F6EB-A104-2059916E4993}"/>
          </ac:picMkLst>
        </pc:picChg>
        <pc:picChg chg="del mod">
          <ac:chgData name="Dragan Javorac" userId="913c2858-fb97-4c6e-a42c-b1f1a16b225e" providerId="ADAL" clId="{BC00D9DF-F858-4149-8B7B-F211D448CEDA}" dt="2026-04-20T13:18:21.769" v="1300" actId="478"/>
          <ac:picMkLst>
            <pc:docMk/>
            <pc:sldMk cId="3138344833" sldId="276"/>
            <ac:picMk id="7" creationId="{429F6330-C3D5-A348-9D94-F19B9E841F0D}"/>
          </ac:picMkLst>
        </pc:picChg>
        <pc:picChg chg="mod">
          <ac:chgData name="Dragan Javorac" userId="913c2858-fb97-4c6e-a42c-b1f1a16b225e" providerId="ADAL" clId="{BC00D9DF-F858-4149-8B7B-F211D448CEDA}" dt="2026-04-20T13:18:05.080" v="1287" actId="1076"/>
          <ac:picMkLst>
            <pc:docMk/>
            <pc:sldMk cId="3138344833" sldId="276"/>
            <ac:picMk id="9" creationId="{DB230C5F-8225-9301-7DD7-8357CAB460D1}"/>
          </ac:picMkLst>
        </pc:picChg>
        <pc:picChg chg="add mod modCrop">
          <ac:chgData name="Dragan Javorac" userId="913c2858-fb97-4c6e-a42c-b1f1a16b225e" providerId="ADAL" clId="{BC00D9DF-F858-4149-8B7B-F211D448CEDA}" dt="2026-04-20T13:18:38.516" v="1309" actId="1076"/>
          <ac:picMkLst>
            <pc:docMk/>
            <pc:sldMk cId="3138344833" sldId="276"/>
            <ac:picMk id="10" creationId="{A02738D0-7A56-F5E0-A4A7-5FD26A369B60}"/>
          </ac:picMkLst>
        </pc:picChg>
      </pc:sldChg>
      <pc:sldChg chg="addSp delSp modSp add mod">
        <pc:chgData name="Dragan Javorac" userId="913c2858-fb97-4c6e-a42c-b1f1a16b225e" providerId="ADAL" clId="{BC00D9DF-F858-4149-8B7B-F211D448CEDA}" dt="2026-04-20T14:22:34.360" v="1443" actId="6549"/>
        <pc:sldMkLst>
          <pc:docMk/>
          <pc:sldMk cId="1039330640" sldId="277"/>
        </pc:sldMkLst>
        <pc:spChg chg="mod">
          <ac:chgData name="Dragan Javorac" userId="913c2858-fb97-4c6e-a42c-b1f1a16b225e" providerId="ADAL" clId="{BC00D9DF-F858-4149-8B7B-F211D448CEDA}" dt="2026-04-20T14:20:00.374" v="1339" actId="20577"/>
          <ac:spMkLst>
            <pc:docMk/>
            <pc:sldMk cId="1039330640" sldId="277"/>
            <ac:spMk id="2" creationId="{FAF2A692-78E3-882F-D8B1-33931901F659}"/>
          </ac:spMkLst>
        </pc:spChg>
        <pc:spChg chg="mod">
          <ac:chgData name="Dragan Javorac" userId="913c2858-fb97-4c6e-a42c-b1f1a16b225e" providerId="ADAL" clId="{BC00D9DF-F858-4149-8B7B-F211D448CEDA}" dt="2026-04-20T14:22:34.360" v="1443" actId="6549"/>
          <ac:spMkLst>
            <pc:docMk/>
            <pc:sldMk cId="1039330640" sldId="277"/>
            <ac:spMk id="3" creationId="{6D2639E8-D6B9-2C26-7E9C-B98B2FFAD52C}"/>
          </ac:spMkLst>
        </pc:spChg>
        <pc:picChg chg="add del mod">
          <ac:chgData name="Dragan Javorac" userId="913c2858-fb97-4c6e-a42c-b1f1a16b225e" providerId="ADAL" clId="{BC00D9DF-F858-4149-8B7B-F211D448CEDA}" dt="2026-04-20T14:22:15.650" v="1429" actId="478"/>
          <ac:picMkLst>
            <pc:docMk/>
            <pc:sldMk cId="1039330640" sldId="277"/>
            <ac:picMk id="5" creationId="{174D50F0-EF86-314A-EBAC-51F1C61F23E2}"/>
          </ac:picMkLst>
        </pc:picChg>
        <pc:picChg chg="add mod">
          <ac:chgData name="Dragan Javorac" userId="913c2858-fb97-4c6e-a42c-b1f1a16b225e" providerId="ADAL" clId="{BC00D9DF-F858-4149-8B7B-F211D448CEDA}" dt="2026-04-20T14:22:32.172" v="1441" actId="1076"/>
          <ac:picMkLst>
            <pc:docMk/>
            <pc:sldMk cId="1039330640" sldId="277"/>
            <ac:picMk id="7" creationId="{4D8ECB68-BDA5-DC99-0458-1255A5FC22F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D8319-B0C4-68AC-F7FB-643FD32592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27E276-0E73-75E5-9B5A-7ADC936B6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1F41C-167E-0027-B0A6-4C0A3B6EC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20-4-2026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BAA01-6741-0360-F2F4-B53927BBD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356F2-E03D-0BA5-D4A9-536DE8906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63952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20204-1784-387E-BF9F-695F74C7C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26295-2F37-A4B5-3175-FC96ACC91B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1B2CC-B9C5-081C-2A95-4F2A72498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20-4-2026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D52CB-F027-3AEF-5F3E-A7C3BF34E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A8CFA-13B4-9F98-25D2-F17D657D0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19657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6192E-31E7-6424-69C1-A413739B1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C3B43C-80EE-648B-7DBC-CD4AB2E299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2D72C-BE37-8755-2E55-C42777EC8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20-4-2026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85F52-0334-DC8E-6002-BBEC3952D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ECE6B-DF78-8160-BC51-FD343131C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27216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4148F-3840-866D-270A-66AFB87B3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39B78-206E-0227-523A-2D064A0BDD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281934-9F46-5E43-77CE-D69848875A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1DE3D5-A960-204C-57A2-D7B16095A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20-4-2026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658872-104C-5663-3CF2-CB1FB7792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656C11-0448-3492-DB1F-282027C58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63065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F94CA-92C8-DB33-6F49-1372970DE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E7B400-781F-4021-D786-FB4A25DE87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65F8FB-3FE6-C7C1-6417-CF8E5219D7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AE1B16-FA36-8538-979A-19A9FEE785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C26F96-D6EA-122D-8B0C-D12428F655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EA17CF-E598-C148-6C77-72F361DC1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20-4-2026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E3788B-6C3F-C187-499A-DCE92969B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1EBD4A-A937-B54E-1F88-04E47A24D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26805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56CC5-02BD-6435-B6E2-0BF8CB949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313DDE-8947-FEEC-5F79-588CBDC9A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20-4-2026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DC63F6-0FCC-D92B-F94B-12B5A8C8F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42D613-8B93-C1D7-B3AE-F771FA611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66353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FAE490-DCE1-1BCD-B51F-7956E33AA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20-4-2026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6A1146-32C3-FBC2-EFF5-9F50BF89B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59564-076E-1D1B-FF98-1045514E5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25836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21678-D44A-5046-5FCC-887FAFD6B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ADA7A-E154-A9AE-A605-43AA295A56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D7FBAC-7845-F2A0-F288-A9827DBEDD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530C6F-114E-9F38-8690-258743C14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20-4-2026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6EDCBB-423D-BD44-3C1C-83696A578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0D70BC-E4B8-50EC-6FA1-071C35353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98426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E08F9-28B8-6638-DA8C-10D29577E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232315-F438-1ECF-4AE1-240FE96263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D6BF94-CA6C-5602-485A-F83383E26C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3788E-BF4B-7FBE-DD32-1D2D474E8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20-4-2026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F0969B-807C-55C8-E026-54082DCE0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939243-D71F-1BD8-9C66-5F76D610D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9150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D8280-271B-600C-46C8-A643B944C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F6E182-817A-EB2C-D245-A955D3262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7A6554-967F-8411-A2AE-082C0AD13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20-4-2026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08AFC-C5C6-F9CA-7F48-4689E6A0E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C3E352-FDEE-5F9C-53E4-9F5A5DB0C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8854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7A3BC3-8D89-84D2-B655-7D5CFAAF8F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FBC103-99F0-0E68-E287-9702F9AA20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10B68-EBE0-ED92-5630-2DCA33612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20-4-2026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617EBE-D39D-0CE1-0585-85186E74D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FF872-0B41-B243-A277-474C4E2EA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77160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8B3E2D-FEE8-6BAC-E7E7-2920CED7C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60BAC4-E475-DBC1-95B7-79E8C1B257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6F086-8DEA-8E9D-3299-D21663FFB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36792F-A28E-4983-A7F5-F40ED51D6004}" type="datetimeFigureOut">
              <a:rPr lang="nl-NL" smtClean="0"/>
              <a:t>20-4-2026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2B3E5-DD03-7942-8934-3FBD965876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EF6F8-364E-DDD3-7201-6E86C869D5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35269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rogsen/m8prog_laravel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rogsen/m8prog_laravel/tree/main/week1" TargetMode="External"/><Relationship Id="rId2" Type="http://schemas.openxmlformats.org/officeDocument/2006/relationships/hyperlink" Target="https://github.com/progsen/m8prog_laravel/blob/main/WEEK%201%20-%2000%20-%20opdrachten%20planning.md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44B35-1FE4-9587-2810-66AD4B1C8B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 err="1"/>
              <a:t>Laravel</a:t>
            </a:r>
            <a:endParaRPr lang="nl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05F77B-6020-B0DD-1FB2-BB27CC2A99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 err="1"/>
              <a:t>Kickoff</a:t>
            </a: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19D453-B865-5ED8-1F60-B98883428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5940" y="0"/>
            <a:ext cx="4305300" cy="681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132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6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F86EF3-069F-B02A-49D5-3E4E8EF02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E942F-69E7-AC59-F94F-AD0688904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Deze 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29818-6211-064B-9795-C8B695EA6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Gaan jullie:</a:t>
            </a:r>
          </a:p>
          <a:p>
            <a:pPr lvl="1"/>
            <a:r>
              <a:rPr lang="nl-NL" dirty="0"/>
              <a:t>Composer en </a:t>
            </a:r>
            <a:r>
              <a:rPr lang="nl-NL" dirty="0" err="1"/>
              <a:t>Laravel</a:t>
            </a:r>
            <a:r>
              <a:rPr lang="nl-NL" dirty="0"/>
              <a:t> installeren</a:t>
            </a:r>
          </a:p>
          <a:p>
            <a:pPr lvl="1"/>
            <a:r>
              <a:rPr lang="nl-NL" dirty="0"/>
              <a:t>Een eerste </a:t>
            </a:r>
            <a:r>
              <a:rPr lang="nl-NL" dirty="0" err="1"/>
              <a:t>laravel</a:t>
            </a:r>
            <a:r>
              <a:rPr lang="nl-NL" dirty="0"/>
              <a:t> website maken </a:t>
            </a:r>
          </a:p>
          <a:p>
            <a:pPr lvl="2"/>
            <a:r>
              <a:rPr lang="nl-NL" dirty="0"/>
              <a:t>Hierin werken</a:t>
            </a:r>
          </a:p>
          <a:p>
            <a:pPr lvl="1"/>
            <a:r>
              <a:rPr lang="nl-NL" dirty="0" err="1"/>
              <a:t>Nexed</a:t>
            </a:r>
            <a:r>
              <a:rPr lang="nl-NL" dirty="0"/>
              <a:t> gebruiken om je hier mee te helpen</a:t>
            </a:r>
          </a:p>
          <a:p>
            <a:pPr lvl="1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21871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89F99-DDCA-A1A9-1203-9FDAB89BF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Laravel</a:t>
            </a:r>
            <a:r>
              <a:rPr lang="nl-NL" dirty="0"/>
              <a:t> : een </a:t>
            </a:r>
            <a:r>
              <a:rPr lang="nl-NL" dirty="0" err="1"/>
              <a:t>framework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3C589-F9EE-386B-87FD-1D6F9E22CA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In deze lessenreeks gaan we een </a:t>
            </a:r>
            <a:r>
              <a:rPr lang="nl-NL" dirty="0" err="1"/>
              <a:t>framework</a:t>
            </a:r>
            <a:r>
              <a:rPr lang="nl-NL" dirty="0"/>
              <a:t> gebruiken</a:t>
            </a:r>
          </a:p>
          <a:p>
            <a:endParaRPr lang="nl-NL" dirty="0"/>
          </a:p>
          <a:p>
            <a:r>
              <a:rPr lang="nl-NL" dirty="0"/>
              <a:t>Veel helper classes</a:t>
            </a:r>
          </a:p>
          <a:p>
            <a:pPr lvl="1"/>
            <a:r>
              <a:rPr lang="nl-NL" dirty="0"/>
              <a:t>ORM</a:t>
            </a:r>
          </a:p>
          <a:p>
            <a:pPr lvl="1"/>
            <a:r>
              <a:rPr lang="nl-NL" dirty="0"/>
              <a:t>Template engines (</a:t>
            </a:r>
            <a:r>
              <a:rPr lang="nl-NL" dirty="0" err="1"/>
              <a:t>blade</a:t>
            </a:r>
            <a:r>
              <a:rPr lang="nl-NL"/>
              <a:t>)</a:t>
            </a:r>
            <a:endParaRPr lang="nl-NL" dirty="0"/>
          </a:p>
          <a:p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74944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AC8E5-9359-9AF7-05E1-45EB1F745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D1431-9949-F421-C922-3218C3448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Composer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8FE0D-D5EE-A73A-3D04-F5666CB44F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31327" cy="4351338"/>
          </a:xfrm>
        </p:spPr>
        <p:txBody>
          <a:bodyPr/>
          <a:lstStyle/>
          <a:p>
            <a:r>
              <a:rPr lang="nl-NL" dirty="0"/>
              <a:t>Een </a:t>
            </a:r>
            <a:r>
              <a:rPr lang="nl-NL" dirty="0" err="1"/>
              <a:t>dependency</a:t>
            </a:r>
            <a:r>
              <a:rPr lang="nl-NL" dirty="0"/>
              <a:t> manager</a:t>
            </a:r>
          </a:p>
          <a:p>
            <a:endParaRPr lang="nl-NL" dirty="0"/>
          </a:p>
          <a:p>
            <a:pPr lvl="1"/>
            <a:r>
              <a:rPr lang="nl-NL" dirty="0"/>
              <a:t>Haalt code/</a:t>
            </a:r>
            <a:r>
              <a:rPr lang="nl-NL" dirty="0" err="1"/>
              <a:t>libraries</a:t>
            </a:r>
            <a:r>
              <a:rPr lang="nl-NL" dirty="0"/>
              <a:t> op</a:t>
            </a:r>
          </a:p>
          <a:p>
            <a:pPr lvl="1"/>
            <a:r>
              <a:rPr lang="nl-NL" dirty="0"/>
              <a:t>Welke jij (of </a:t>
            </a:r>
            <a:r>
              <a:rPr lang="nl-NL" dirty="0" err="1"/>
              <a:t>laravel</a:t>
            </a:r>
            <a:r>
              <a:rPr lang="nl-NL" dirty="0"/>
              <a:t>) aangeeft</a:t>
            </a:r>
          </a:p>
          <a:p>
            <a:pPr lvl="1"/>
            <a:endParaRPr lang="nl-NL" dirty="0"/>
          </a:p>
          <a:p>
            <a:r>
              <a:rPr lang="nl-NL" dirty="0"/>
              <a:t>Commando:</a:t>
            </a:r>
          </a:p>
          <a:p>
            <a:pPr lvl="1"/>
            <a:r>
              <a:rPr lang="nl-NL" dirty="0"/>
              <a:t>Composer </a:t>
            </a:r>
            <a:r>
              <a:rPr lang="nl-NL" dirty="0" err="1"/>
              <a:t>install</a:t>
            </a: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21D9CC-A0AF-90A4-10EA-9C516327B4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292350"/>
            <a:ext cx="5657850" cy="420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161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0C60C-5416-6983-D1D5-70D700928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0C6AE-FD46-F753-A2EA-9B205448D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Opdrachten site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FF7F4-F7D8-791A-E7A2-624CB2211E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>
                <a:hlinkClick r:id="rId2"/>
              </a:rPr>
              <a:t>https://github.com/progsen/m8prog_laravel</a:t>
            </a:r>
            <a:endParaRPr lang="nl-NL" dirty="0"/>
          </a:p>
          <a:p>
            <a:endParaRPr lang="nl-NL" dirty="0"/>
          </a:p>
          <a:p>
            <a:r>
              <a:rPr lang="nl-NL" dirty="0"/>
              <a:t>Hier staat de week planning betreft </a:t>
            </a:r>
            <a:r>
              <a:rPr lang="nl-NL" dirty="0" err="1"/>
              <a:t>nexed</a:t>
            </a:r>
            <a:r>
              <a:rPr lang="nl-NL" dirty="0"/>
              <a:t> + mijn opdrachten</a:t>
            </a:r>
          </a:p>
          <a:p>
            <a:r>
              <a:rPr lang="nl-NL" dirty="0"/>
              <a:t>Je begint elke week hiermee!</a:t>
            </a:r>
          </a:p>
          <a:p>
            <a:endParaRPr lang="nl-NL" dirty="0"/>
          </a:p>
          <a:p>
            <a:r>
              <a:rPr lang="nl-NL" dirty="0"/>
              <a:t>Daar staat je huiswerk!</a:t>
            </a:r>
          </a:p>
        </p:txBody>
      </p:sp>
    </p:spTree>
    <p:extLst>
      <p:ext uri="{BB962C8B-B14F-4D97-AF65-F5344CB8AC3E}">
        <p14:creationId xmlns:p14="http://schemas.microsoft.com/office/powerpoint/2010/main" val="18376559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69C3F-1A58-5973-E4F0-348613B1F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6CC3B-7E54-B77B-2D53-18D18F997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Intro: directories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05911-ACB3-D21B-ABF1-C7734711DC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nl-NL" dirty="0"/>
              <a:t>Controllers </a:t>
            </a:r>
          </a:p>
          <a:p>
            <a:pPr lvl="1"/>
            <a:r>
              <a:rPr lang="nl-NL" dirty="0"/>
              <a:t>je logica tussen database, </a:t>
            </a:r>
            <a:r>
              <a:rPr lang="nl-NL" dirty="0" err="1"/>
              <a:t>models</a:t>
            </a:r>
            <a:r>
              <a:rPr lang="nl-NL" dirty="0"/>
              <a:t> en view</a:t>
            </a:r>
          </a:p>
          <a:p>
            <a:r>
              <a:rPr lang="nl-NL" dirty="0" err="1"/>
              <a:t>Models</a:t>
            </a:r>
            <a:endParaRPr lang="nl-NL" dirty="0"/>
          </a:p>
          <a:p>
            <a:pPr lvl="1"/>
            <a:r>
              <a:rPr lang="nl-NL" dirty="0"/>
              <a:t>Je data modellen</a:t>
            </a:r>
          </a:p>
          <a:p>
            <a:r>
              <a:rPr lang="nl-NL" dirty="0"/>
              <a:t>Database</a:t>
            </a:r>
          </a:p>
          <a:p>
            <a:pPr lvl="1"/>
            <a:r>
              <a:rPr lang="nl-NL" dirty="0"/>
              <a:t>Je ORM en database setup (komt later)</a:t>
            </a:r>
          </a:p>
          <a:p>
            <a:r>
              <a:rPr lang="nl-NL" dirty="0"/>
              <a:t>Resources</a:t>
            </a:r>
          </a:p>
          <a:p>
            <a:pPr lvl="1"/>
            <a:r>
              <a:rPr lang="nl-NL" dirty="0"/>
              <a:t>Je </a:t>
            </a:r>
            <a:r>
              <a:rPr lang="nl-NL" dirty="0" err="1"/>
              <a:t>compiled</a:t>
            </a:r>
            <a:r>
              <a:rPr lang="nl-NL" dirty="0"/>
              <a:t> </a:t>
            </a:r>
            <a:r>
              <a:rPr lang="nl-NL" dirty="0" err="1"/>
              <a:t>css</a:t>
            </a:r>
            <a:r>
              <a:rPr lang="nl-NL" dirty="0"/>
              <a:t> en views</a:t>
            </a:r>
          </a:p>
          <a:p>
            <a:r>
              <a:rPr lang="nl-NL" dirty="0"/>
              <a:t>Routes</a:t>
            </a:r>
          </a:p>
          <a:p>
            <a:pPr lvl="1"/>
            <a:r>
              <a:rPr lang="nl-NL" dirty="0"/>
              <a:t>Welke </a:t>
            </a:r>
            <a:r>
              <a:rPr lang="nl-NL" dirty="0" err="1"/>
              <a:t>url</a:t>
            </a:r>
            <a:r>
              <a:rPr lang="nl-NL" dirty="0"/>
              <a:t> komt bij welke view of controller?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260878-2AF5-FFBD-85A0-F13913EA3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9846" y="18653"/>
            <a:ext cx="3622154" cy="6839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631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B3CC6-A02F-D161-0C94-262B15177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D9071-8678-CAEF-86C3-F8EC58274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.</a:t>
            </a:r>
            <a:r>
              <a:rPr lang="nl-NL" dirty="0" err="1"/>
              <a:t>blade.php</a:t>
            </a:r>
            <a:r>
              <a:rPr lang="nl-NL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3AA78-2526-017B-9164-6030F596C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dirty="0"/>
              <a:t>Een html pagina, net als </a:t>
            </a:r>
            <a:r>
              <a:rPr lang="nl-NL" dirty="0" err="1"/>
              <a:t>php</a:t>
            </a:r>
            <a:endParaRPr lang="nl-NL" dirty="0"/>
          </a:p>
          <a:p>
            <a:pPr lvl="1"/>
            <a:r>
              <a:rPr lang="nl-NL" dirty="0"/>
              <a:t>Dus met </a:t>
            </a:r>
            <a:r>
              <a:rPr lang="nl-NL" dirty="0" err="1"/>
              <a:t>php</a:t>
            </a:r>
            <a:r>
              <a:rPr lang="nl-NL" dirty="0"/>
              <a:t> logica</a:t>
            </a:r>
          </a:p>
          <a:p>
            <a:r>
              <a:rPr lang="nl-NL" dirty="0"/>
              <a:t>Kan ook erven of een deel component zijn</a:t>
            </a:r>
          </a:p>
          <a:p>
            <a:pPr lvl="1"/>
            <a:r>
              <a:rPr lang="nl-NL" dirty="0"/>
              <a:t>Dus bv alleen een login form</a:t>
            </a:r>
          </a:p>
          <a:p>
            <a:pPr lvl="1"/>
            <a:endParaRPr lang="nl-NL" dirty="0"/>
          </a:p>
          <a:p>
            <a:r>
              <a:rPr lang="nl-NL" dirty="0"/>
              <a:t>Geen </a:t>
            </a:r>
            <a:r>
              <a:rPr lang="nl-NL" dirty="0" err="1"/>
              <a:t>includes</a:t>
            </a:r>
            <a:r>
              <a:rPr lang="nl-NL" dirty="0"/>
              <a:t> maar andere vorm </a:t>
            </a:r>
          </a:p>
          <a:p>
            <a:pPr lvl="1"/>
            <a:r>
              <a:rPr lang="nl-NL" dirty="0"/>
              <a:t>&lt;x-mijn-component&gt;</a:t>
            </a:r>
          </a:p>
          <a:p>
            <a:pPr lvl="1"/>
            <a:r>
              <a:rPr lang="nl-NL" dirty="0"/>
              <a:t>&lt;x-app-</a:t>
            </a:r>
            <a:r>
              <a:rPr lang="nl-NL" dirty="0" err="1"/>
              <a:t>layout</a:t>
            </a:r>
            <a:r>
              <a:rPr lang="nl-NL" dirty="0"/>
              <a:t>&gt;</a:t>
            </a:r>
          </a:p>
          <a:p>
            <a:r>
              <a:rPr lang="nl-NL" dirty="0" err="1"/>
              <a:t>Compiled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22837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A1EFE-76BB-3285-2589-61BC95570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AC3E76A-0EA3-5951-5885-632F43C5F7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6771"/>
            <a:ext cx="13313149" cy="670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8099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BEFF5-D2CB-6BF2-8AAE-4FE5D4DE3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A2A67-F037-9080-587E-A95642C4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.</a:t>
            </a:r>
            <a:r>
              <a:rPr lang="nl-NL" dirty="0" err="1"/>
              <a:t>blade.php</a:t>
            </a:r>
            <a:r>
              <a:rPr lang="nl-NL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239F4-8D8F-D0CE-C5B1-6C5A90CA32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dirty="0"/>
              <a:t>Een html pagina, net als </a:t>
            </a:r>
            <a:r>
              <a:rPr lang="nl-NL" dirty="0" err="1"/>
              <a:t>php</a:t>
            </a:r>
            <a:endParaRPr lang="nl-NL" dirty="0"/>
          </a:p>
          <a:p>
            <a:pPr lvl="1"/>
            <a:r>
              <a:rPr lang="nl-NL" dirty="0"/>
              <a:t>Dus met </a:t>
            </a:r>
            <a:r>
              <a:rPr lang="nl-NL" dirty="0" err="1"/>
              <a:t>php</a:t>
            </a:r>
            <a:r>
              <a:rPr lang="nl-NL" dirty="0"/>
              <a:t> logica</a:t>
            </a:r>
          </a:p>
          <a:p>
            <a:r>
              <a:rPr lang="nl-NL" dirty="0"/>
              <a:t>Kan ook erven of een deel component zijn</a:t>
            </a:r>
          </a:p>
          <a:p>
            <a:pPr lvl="1"/>
            <a:r>
              <a:rPr lang="nl-NL" dirty="0"/>
              <a:t>Dus bv alleen een login form</a:t>
            </a:r>
          </a:p>
          <a:p>
            <a:pPr lvl="1"/>
            <a:endParaRPr lang="nl-NL" dirty="0"/>
          </a:p>
          <a:p>
            <a:r>
              <a:rPr lang="nl-NL" dirty="0"/>
              <a:t>Geen </a:t>
            </a:r>
            <a:r>
              <a:rPr lang="nl-NL" dirty="0" err="1"/>
              <a:t>includes</a:t>
            </a:r>
            <a:r>
              <a:rPr lang="nl-NL" dirty="0"/>
              <a:t> maar andere vorm </a:t>
            </a:r>
          </a:p>
          <a:p>
            <a:pPr lvl="1"/>
            <a:r>
              <a:rPr lang="nl-NL" dirty="0"/>
              <a:t>&lt;x-mijn-component&gt;</a:t>
            </a:r>
          </a:p>
          <a:p>
            <a:pPr lvl="1"/>
            <a:r>
              <a:rPr lang="nl-NL" dirty="0"/>
              <a:t>&lt;x-app-</a:t>
            </a:r>
            <a:r>
              <a:rPr lang="nl-NL" dirty="0" err="1"/>
              <a:t>layout</a:t>
            </a:r>
            <a:r>
              <a:rPr lang="nl-NL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729798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ACB33-43BE-EDF1-1A9E-034E28C6C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CB165-A2D9-F103-EA6F-93584CC51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@@@@@@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7F1CB-60BD-BCA2-61ED-D714D805A3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dirty="0"/>
              <a:t>In de </a:t>
            </a:r>
            <a:r>
              <a:rPr lang="nl-NL" dirty="0" err="1"/>
              <a:t>blade</a:t>
            </a:r>
            <a:r>
              <a:rPr lang="nl-NL" dirty="0"/>
              <a:t> zie je veel @for @if </a:t>
            </a:r>
            <a:r>
              <a:rPr lang="nl-NL" dirty="0" err="1"/>
              <a:t>etc</a:t>
            </a:r>
            <a:endParaRPr lang="nl-NL" dirty="0"/>
          </a:p>
          <a:p>
            <a:endParaRPr lang="nl-NL" dirty="0"/>
          </a:p>
          <a:p>
            <a:r>
              <a:rPr lang="nl-NL" dirty="0"/>
              <a:t>Dit wordt gewoon een &lt;?</a:t>
            </a:r>
            <a:r>
              <a:rPr lang="nl-NL" dirty="0" err="1"/>
              <a:t>php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….</a:t>
            </a:r>
          </a:p>
          <a:p>
            <a:endParaRPr lang="nl-NL" dirty="0"/>
          </a:p>
          <a:p>
            <a:r>
              <a:rPr lang="nl-NL" dirty="0"/>
              <a:t>Maar is:</a:t>
            </a:r>
          </a:p>
          <a:p>
            <a:pPr lvl="1"/>
            <a:r>
              <a:rPr lang="nl-NL" dirty="0"/>
              <a:t>snelle typen</a:t>
            </a:r>
          </a:p>
          <a:p>
            <a:pPr lvl="1"/>
            <a:r>
              <a:rPr lang="nl-NL" dirty="0"/>
              <a:t>cleaner om te zien</a:t>
            </a:r>
          </a:p>
          <a:p>
            <a:endParaRPr lang="nl-NL" dirty="0"/>
          </a:p>
          <a:p>
            <a:r>
              <a:rPr lang="nl-NL" dirty="0"/>
              <a:t>Syntax Sugar ^^</a:t>
            </a:r>
          </a:p>
        </p:txBody>
      </p:sp>
    </p:spTree>
    <p:extLst>
      <p:ext uri="{BB962C8B-B14F-4D97-AF65-F5344CB8AC3E}">
        <p14:creationId xmlns:p14="http://schemas.microsoft.com/office/powerpoint/2010/main" val="2185403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2822C-E8FA-9692-E1A0-E0A665EA7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C0935-D721-26CC-F19A-ADFB0868B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Echo? {{}}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6954B-38AF-4F93-C8D6-513BE0D42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58901"/>
          </a:xfrm>
        </p:spPr>
        <p:txBody>
          <a:bodyPr>
            <a:normAutofit/>
          </a:bodyPr>
          <a:lstStyle/>
          <a:p>
            <a:r>
              <a:rPr lang="nl-NL" dirty="0"/>
              <a:t>Gebruik geen echo maar de </a:t>
            </a:r>
            <a:r>
              <a:rPr lang="nl-NL" dirty="0" err="1"/>
              <a:t>blade</a:t>
            </a:r>
            <a:r>
              <a:rPr lang="nl-NL" dirty="0"/>
              <a:t> variant:</a:t>
            </a:r>
          </a:p>
          <a:p>
            <a:pPr lvl="1"/>
            <a:r>
              <a:rPr lang="nl-NL" dirty="0"/>
              <a:t>{{ je output}}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58DEADF-634A-AB34-C9D5-CF9A3AC667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79" r="7708" b="5325"/>
          <a:stretch>
            <a:fillRect/>
          </a:stretch>
        </p:blipFill>
        <p:spPr>
          <a:xfrm>
            <a:off x="4062490" y="2884526"/>
            <a:ext cx="8129510" cy="223353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B380FD7-FF4E-38BE-6A79-261DD68C8C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8700" y="5070525"/>
            <a:ext cx="9973300" cy="178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7952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DB1E8-A33B-5AD0-D92A-BFD891C95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190B3-8225-1DE4-8D53-AEEC9696D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{{}} voorbeeld met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37914-FF9D-F740-6D45-2E800B286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149590" cy="797654"/>
          </a:xfrm>
        </p:spPr>
        <p:txBody>
          <a:bodyPr>
            <a:normAutofit/>
          </a:bodyPr>
          <a:lstStyle/>
          <a:p>
            <a:r>
              <a:rPr lang="nl-NL" dirty="0"/>
              <a:t>Straks voor je database ^^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6541C1-5400-65F3-A1B1-8301B27E8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96" y="3017566"/>
            <a:ext cx="11800608" cy="384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401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29F33-DD97-579D-53D0-1DC15AD7E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89468-C156-2005-D9B9-96081A2D3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Echo? {{}}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327B7-CE23-0C79-42EC-13223FF1B6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dirty="0"/>
              <a:t>Waarom?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3EF12C-3B03-CBD5-3453-A18336D82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887" y="2570558"/>
            <a:ext cx="9142391" cy="17168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AE5A7D-5EA3-0A88-D65B-BBEC957C86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651" y="4949154"/>
            <a:ext cx="6834338" cy="15437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0312B97-5CC5-46E7-127E-A496404F29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2001" y="4431657"/>
            <a:ext cx="3924300" cy="200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8292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B9007-BF14-E1A1-0ED7-2D29573FF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A7857-11BB-B6C7-46F2-D7D55B73E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Echo? {{}}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8185D-417F-C485-EB41-C5E76E4944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dirty="0"/>
              <a:t>Wel:</a:t>
            </a:r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r>
              <a:rPr lang="nl-NL" dirty="0"/>
              <a:t>Niet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B230C5F-8225-9301-7DD7-8357CAB460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5910" y="2599656"/>
            <a:ext cx="3924300" cy="20002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2D0E468-14F8-F6EB-A104-2059916E49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827" y="2588464"/>
            <a:ext cx="7039809" cy="13255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02738D0-7A56-F5E0-A4A7-5FD26A369B6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876" t="2429" r="10315" b="-2429"/>
          <a:stretch>
            <a:fillRect/>
          </a:stretch>
        </p:blipFill>
        <p:spPr>
          <a:xfrm>
            <a:off x="708827" y="5497682"/>
            <a:ext cx="7659974" cy="1358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3448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6F234-F0BE-1B32-045B-1392113FB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2A692-78E3-882F-D8B1-33931901F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Week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639E8-D6B9-2C26-7E9C-B98B2FFAD5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757472" cy="4380303"/>
          </a:xfrm>
        </p:spPr>
        <p:txBody>
          <a:bodyPr/>
          <a:lstStyle/>
          <a:p>
            <a:r>
              <a:rPr lang="nl-NL" dirty="0"/>
              <a:t>In de les en huiswerk</a:t>
            </a:r>
          </a:p>
          <a:p>
            <a:pPr lvl="1"/>
            <a:r>
              <a:rPr lang="nl-NL" dirty="0"/>
              <a:t>(af voor de les volgende week)</a:t>
            </a:r>
            <a:endParaRPr lang="nl-NL" dirty="0">
              <a:hlinkClick r:id="rId2"/>
            </a:endParaRPr>
          </a:p>
          <a:p>
            <a:endParaRPr lang="nl-NL" dirty="0">
              <a:hlinkClick r:id="rId2"/>
            </a:endParaRPr>
          </a:p>
          <a:p>
            <a:r>
              <a:rPr lang="nl-NL" dirty="0">
                <a:hlinkClick r:id="rId3"/>
              </a:rPr>
              <a:t>https://github.com/progsen/m8prog_laravel/tree/main/week1</a:t>
            </a:r>
            <a:endParaRPr lang="nl-NL" dirty="0"/>
          </a:p>
          <a:p>
            <a:endParaRPr lang="nl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8ECB68-BDA5-DC99-0458-1255A5FC22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2775" y="1825624"/>
            <a:ext cx="4391025" cy="398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3306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TM03090430[[fn=Banded]]</Template>
  <TotalTime>60</TotalTime>
  <Words>325</Words>
  <Application>Microsoft Office PowerPoint</Application>
  <PresentationFormat>Widescreen</PresentationFormat>
  <Paragraphs>89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Laravel</vt:lpstr>
      <vt:lpstr>Deze les</vt:lpstr>
      <vt:lpstr>Laravel : een framework</vt:lpstr>
      <vt:lpstr>Composer</vt:lpstr>
      <vt:lpstr>Opdrachten site</vt:lpstr>
      <vt:lpstr>Intro: directories</vt:lpstr>
      <vt:lpstr>.blade.php?</vt:lpstr>
      <vt:lpstr>PowerPoint Presentation</vt:lpstr>
      <vt:lpstr>.blade.php?</vt:lpstr>
      <vt:lpstr>@@@@@@</vt:lpstr>
      <vt:lpstr>Echo? {{}}</vt:lpstr>
      <vt:lpstr>{{}} voorbeeld met class</vt:lpstr>
      <vt:lpstr>Echo? {{}}</vt:lpstr>
      <vt:lpstr>Echo? {{}}</vt:lpstr>
      <vt:lpstr>Week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Dragan Javorac</dc:creator>
  <cp:lastModifiedBy>Dragan Javorac</cp:lastModifiedBy>
  <cp:revision>14</cp:revision>
  <dcterms:created xsi:type="dcterms:W3CDTF">2026-01-26T11:26:42Z</dcterms:created>
  <dcterms:modified xsi:type="dcterms:W3CDTF">2026-04-20T14:22:42Z</dcterms:modified>
</cp:coreProperties>
</file>