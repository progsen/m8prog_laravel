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4" r:id="rId4"/>
    <p:sldId id="275" r:id="rId5"/>
    <p:sldId id="276" r:id="rId6"/>
    <p:sldId id="278" r:id="rId7"/>
    <p:sldId id="277" r:id="rId8"/>
    <p:sldId id="279" r:id="rId9"/>
    <p:sldId id="280" r:id="rId10"/>
    <p:sldId id="281" r:id="rId11"/>
    <p:sldId id="282" r:id="rId12"/>
    <p:sldId id="284" r:id="rId13"/>
    <p:sldId id="285" r:id="rId14"/>
    <p:sldId id="283" r:id="rId15"/>
    <p:sldId id="286" r:id="rId16"/>
    <p:sldId id="289" r:id="rId17"/>
    <p:sldId id="288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6-05-21T07:05:52.127" v="2660" actId="20577"/>
      <pc:docMkLst>
        <pc:docMk/>
      </pc:docMkLst>
      <pc:sldChg chg="modSp mod">
        <pc:chgData name="Dragan Javorac" userId="913c2858-fb97-4c6e-a42c-b1f1a16b225e" providerId="ADAL" clId="{BC00D9DF-F858-4149-8B7B-F211D448CEDA}" dt="2026-05-21T07:05:52.127" v="2660" actId="20577"/>
        <pc:sldMkLst>
          <pc:docMk/>
          <pc:sldMk cId="1537322978" sldId="282"/>
        </pc:sldMkLst>
        <pc:spChg chg="mod">
          <ac:chgData name="Dragan Javorac" userId="913c2858-fb97-4c6e-a42c-b1f1a16b225e" providerId="ADAL" clId="{BC00D9DF-F858-4149-8B7B-F211D448CEDA}" dt="2026-05-21T07:05:52.127" v="2660" actId="20577"/>
          <ac:spMkLst>
            <pc:docMk/>
            <pc:sldMk cId="1537322978" sldId="282"/>
            <ac:spMk id="3" creationId="{4CB1FDF8-B843-3C34-28D5-010874EB152B}"/>
          </ac:spMkLst>
        </pc:spChg>
      </pc:sldChg>
      <pc:sldChg chg="addSp delSp modSp new mod">
        <pc:chgData name="Dragan Javorac" userId="913c2858-fb97-4c6e-a42c-b1f1a16b225e" providerId="ADAL" clId="{BC00D9DF-F858-4149-8B7B-F211D448CEDA}" dt="2026-04-21T06:12:24.410" v="2659" actId="20577"/>
        <pc:sldMkLst>
          <pc:docMk/>
          <pc:sldMk cId="1933563397" sldId="289"/>
        </pc:sldMkLst>
        <pc:spChg chg="mod">
          <ac:chgData name="Dragan Javorac" userId="913c2858-fb97-4c6e-a42c-b1f1a16b225e" providerId="ADAL" clId="{BC00D9DF-F858-4149-8B7B-F211D448CEDA}" dt="2026-04-21T06:11:57.469" v="2630" actId="20577"/>
          <ac:spMkLst>
            <pc:docMk/>
            <pc:sldMk cId="1933563397" sldId="289"/>
            <ac:spMk id="2" creationId="{AF22CDA0-07E0-0C7A-C3C8-9B25355FD55D}"/>
          </ac:spMkLst>
        </pc:spChg>
        <pc:spChg chg="add mod">
          <ac:chgData name="Dragan Javorac" userId="913c2858-fb97-4c6e-a42c-b1f1a16b225e" providerId="ADAL" clId="{BC00D9DF-F858-4149-8B7B-F211D448CEDA}" dt="2026-04-21T06:12:15.808" v="2641" actId="1076"/>
          <ac:spMkLst>
            <pc:docMk/>
            <pc:sldMk cId="1933563397" sldId="289"/>
            <ac:spMk id="5" creationId="{E90AFB7D-8FF8-7932-BED3-02E6D8373E1D}"/>
          </ac:spMkLst>
        </pc:spChg>
        <pc:spChg chg="add mod">
          <ac:chgData name="Dragan Javorac" userId="913c2858-fb97-4c6e-a42c-b1f1a16b225e" providerId="ADAL" clId="{BC00D9DF-F858-4149-8B7B-F211D448CEDA}" dt="2026-04-21T06:12:24.410" v="2659" actId="20577"/>
          <ac:spMkLst>
            <pc:docMk/>
            <pc:sldMk cId="1933563397" sldId="289"/>
            <ac:spMk id="6" creationId="{9ADED497-83AA-A774-2A44-793D4C4EA249}"/>
          </ac:spMkLst>
        </pc:spChg>
        <pc:picChg chg="add mod">
          <ac:chgData name="Dragan Javorac" userId="913c2858-fb97-4c6e-a42c-b1f1a16b225e" providerId="ADAL" clId="{BC00D9DF-F858-4149-8B7B-F211D448CEDA}" dt="2026-04-21T06:12:06.009" v="2638" actId="1076"/>
          <ac:picMkLst>
            <pc:docMk/>
            <pc:sldMk cId="1933563397" sldId="289"/>
            <ac:picMk id="4" creationId="{76B90127-EBF5-7BED-507B-92C187C26E2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21-5-2026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21-5-2026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21-5-2026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m8prog_laravel/tree/main/week2" TargetMode="External"/><Relationship Id="rId2" Type="http://schemas.openxmlformats.org/officeDocument/2006/relationships/hyperlink" Target="https://github.com/progsen/m8prog_laravel/blob/main/WEEK%201%20-%2000%20-%20opdrachten%20planning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Nav</a:t>
            </a:r>
            <a:r>
              <a:rPr lang="nl-NL" dirty="0"/>
              <a:t> en routes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Url</a:t>
            </a:r>
            <a:r>
              <a:rPr lang="nl-NL" dirty="0"/>
              <a:t> naar pagina</a:t>
            </a:r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Kunnen jullie een route toevoegen naar een simpele pagina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D8D1D-7730-07CC-9B9D-DF1FE2C1D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E78D-E90F-775A-AD9E-D9CE08724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F2CD0-73D4-DBA7-729D-E9D1A21CF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route:list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4AD2E-D002-0D32-526A-0612F2D05F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253"/>
          <a:stretch>
            <a:fillRect/>
          </a:stretch>
        </p:blipFill>
        <p:spPr>
          <a:xfrm>
            <a:off x="1749449" y="4137434"/>
            <a:ext cx="9445161" cy="2886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EDB1BE-6243-CECB-4282-C8C0D311E4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306"/>
          <a:stretch>
            <a:fillRect/>
          </a:stretch>
        </p:blipFill>
        <p:spPr>
          <a:xfrm>
            <a:off x="1749449" y="4690560"/>
            <a:ext cx="9445161" cy="19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80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8E096-2B92-8413-E59D-F568E4134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9D5B-59FA-51C5-1B8F-7322992C8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0BF5A-C3CC-456D-1465-9BC0A2927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Is een </a:t>
            </a:r>
            <a:r>
              <a:rPr lang="nl-NL" dirty="0" err="1"/>
              <a:t>mapping</a:t>
            </a:r>
            <a:endParaRPr lang="nl-NL" dirty="0"/>
          </a:p>
          <a:p>
            <a:pPr lvl="1"/>
            <a:r>
              <a:rPr lang="nl-NL" dirty="0"/>
              <a:t>van URL naar pagina</a:t>
            </a:r>
          </a:p>
          <a:p>
            <a:pPr lvl="2"/>
            <a:r>
              <a:rPr lang="nl-NL" dirty="0"/>
              <a:t>Direct view</a:t>
            </a:r>
          </a:p>
          <a:p>
            <a:pPr lvl="2"/>
            <a:r>
              <a:rPr lang="nl-NL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3841329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A3A0E-7103-3FF3-2A5E-30C73D552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0BD2-7625-8164-EDB9-D6C1B15E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waar?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6CE28-1AF5-6E43-1427-4E6363273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Is een </a:t>
            </a:r>
            <a:r>
              <a:rPr lang="nl-NL" dirty="0" err="1"/>
              <a:t>mapping</a:t>
            </a:r>
            <a:endParaRPr lang="nl-NL" dirty="0"/>
          </a:p>
          <a:p>
            <a:pPr lvl="1"/>
            <a:r>
              <a:rPr lang="nl-NL" dirty="0"/>
              <a:t>van URL naar pagina</a:t>
            </a:r>
          </a:p>
          <a:p>
            <a:pPr lvl="2"/>
            <a:r>
              <a:rPr lang="nl-NL" dirty="0"/>
              <a:t>Direct view</a:t>
            </a:r>
          </a:p>
          <a:p>
            <a:pPr lvl="2"/>
            <a:r>
              <a:rPr lang="nl-NL" dirty="0"/>
              <a:t>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E5C60-8F66-631C-CCF4-22305A63E2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686"/>
          <a:stretch>
            <a:fillRect/>
          </a:stretch>
        </p:blipFill>
        <p:spPr>
          <a:xfrm>
            <a:off x="8663317" y="1551395"/>
            <a:ext cx="3528683" cy="245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14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F5477-8E2E-984F-B9E5-7B04FFC8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7D5C4-CC4C-B799-0FEC-3BFE3E44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330C5-787E-EFB0-D9B7-F58B0E467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Return view</a:t>
            </a:r>
          </a:p>
          <a:p>
            <a:r>
              <a:rPr lang="nl-NL" dirty="0"/>
              <a:t>Return html</a:t>
            </a:r>
          </a:p>
          <a:p>
            <a:r>
              <a:rPr lang="nl-NL" dirty="0"/>
              <a:t>Met parameters</a:t>
            </a:r>
          </a:p>
          <a:p>
            <a:r>
              <a:rPr lang="nl-NL" dirty="0"/>
              <a:t>Naar een 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C592DD-EAA8-76B1-27A1-40632038AF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686"/>
          <a:stretch>
            <a:fillRect/>
          </a:stretch>
        </p:blipFill>
        <p:spPr>
          <a:xfrm>
            <a:off x="8663317" y="1551395"/>
            <a:ext cx="3528683" cy="245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68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C89AA-6C95-0778-3448-2EF8EBE7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C48D-FA4E-119C-AEF3-2D9FD2CF4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(html)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6A044-5862-2C9B-ED80-F28BC593E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Direct een string </a:t>
            </a:r>
          </a:p>
          <a:p>
            <a:endParaRPr lang="nl-NL" dirty="0"/>
          </a:p>
          <a:p>
            <a:r>
              <a:rPr lang="nl-NL" dirty="0"/>
              <a:t>Vergeet je </a:t>
            </a:r>
            <a:r>
              <a:rPr lang="nl-NL" dirty="0" err="1"/>
              <a:t>use</a:t>
            </a:r>
            <a:r>
              <a:rPr lang="nl-NL" dirty="0"/>
              <a:t> niet!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13BE7E-C2E7-1E1B-CD6E-9ACC06EF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922" y="5035834"/>
            <a:ext cx="6215423" cy="11227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2C6B59-A1DC-EE55-EA87-FA1E1B8CB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083" y="1263525"/>
            <a:ext cx="5795917" cy="287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26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E98F8-E2E2-DEFF-7129-365791D44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0564-7A37-77E0-861A-7B3917B9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 (html)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5442C-28C8-0991-C8A6-7C4066D65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Leuk?</a:t>
            </a:r>
          </a:p>
          <a:p>
            <a:endParaRPr lang="nl-NL" dirty="0"/>
          </a:p>
          <a:p>
            <a:r>
              <a:rPr lang="nl-NL" dirty="0"/>
              <a:t>Gebruik je niet vaak</a:t>
            </a:r>
          </a:p>
          <a:p>
            <a:endParaRPr lang="nl-NL" dirty="0"/>
          </a:p>
          <a:p>
            <a:r>
              <a:rPr lang="nl-NL" dirty="0"/>
              <a:t>Goed voor testen of je site werkt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6ECA0-2296-32AC-84E5-51427EA631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569"/>
          <a:stretch>
            <a:fillRect/>
          </a:stretch>
        </p:blipFill>
        <p:spPr>
          <a:xfrm>
            <a:off x="6641776" y="1863411"/>
            <a:ext cx="5550224" cy="313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70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AB06C-70B3-892F-F471-11DCAFDF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2FC71-2EE1-7426-FE87-250F1F34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 (view)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C4CA0-5563-B69E-B8A6-F659730B2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View(“.. Welke..”)</a:t>
            </a:r>
          </a:p>
          <a:p>
            <a:endParaRPr lang="nl-NL" dirty="0"/>
          </a:p>
          <a:p>
            <a:r>
              <a:rPr lang="nl-NL" dirty="0" err="1"/>
              <a:t>music.blade.php</a:t>
            </a:r>
            <a:endParaRPr lang="nl-NL" dirty="0"/>
          </a:p>
          <a:p>
            <a:pPr lvl="1"/>
            <a:r>
              <a:rPr lang="nl-NL" dirty="0"/>
              <a:t>Dan view(‘</a:t>
            </a:r>
            <a:r>
              <a:rPr lang="nl-NL" dirty="0" err="1"/>
              <a:t>music</a:t>
            </a:r>
            <a:r>
              <a:rPr lang="nl-NL" dirty="0"/>
              <a:t>’)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94A09A-0BF7-636C-E81D-DBBB98FB3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138" y="1027906"/>
            <a:ext cx="3859276" cy="11167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9C797B-5E47-E6AC-B1D1-6DAAB4F21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350" y="2305119"/>
            <a:ext cx="3490064" cy="455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84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EE712-C1AB-6C6F-F823-10A7C16F3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EC0D3-843E-A272-4850-5AAD16AF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 (parameters)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58A94-A7B4-A03A-9FC0-1A0F532C0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Query strings?</a:t>
            </a:r>
          </a:p>
          <a:p>
            <a:pPr lvl="1"/>
            <a:r>
              <a:rPr lang="nl-NL" dirty="0"/>
              <a:t>Beetje als dat</a:t>
            </a:r>
          </a:p>
          <a:p>
            <a:pPr lvl="1"/>
            <a:endParaRPr lang="nl-NL" dirty="0"/>
          </a:p>
          <a:p>
            <a:r>
              <a:rPr lang="nl-NL" dirty="0"/>
              <a:t>SLUG/SEO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246A27-BC9F-CC3C-C060-5E387570B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249" y="2347236"/>
            <a:ext cx="7593751" cy="19070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FDEB50-0ACC-E7E3-E05E-7A01CA7F4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248" y="4665834"/>
            <a:ext cx="7603417" cy="143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76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3529-7EA8-83B0-5639-302FF17B1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C86C-4AD8-6B3D-6060-BAF2CA28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 (controller)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1FDF8-B843-3C34-28D5-010874EB1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 fontScale="85000" lnSpcReduction="20000"/>
          </a:bodyPr>
          <a:lstStyle/>
          <a:p>
            <a:r>
              <a:rPr lang="nl-NL" dirty="0"/>
              <a:t>Roep function X aan</a:t>
            </a:r>
          </a:p>
          <a:p>
            <a:r>
              <a:rPr lang="nl-NL" dirty="0"/>
              <a:t>Op controller Y</a:t>
            </a:r>
          </a:p>
          <a:p>
            <a:r>
              <a:rPr lang="nl-NL" dirty="0"/>
              <a:t>Als URL = Z</a:t>
            </a:r>
          </a:p>
          <a:p>
            <a:endParaRPr lang="nl-NL" dirty="0"/>
          </a:p>
          <a:p>
            <a:r>
              <a:rPr lang="nl-NL"/>
              <a:t>Staan onder:</a:t>
            </a:r>
            <a:endParaRPr lang="nl-NL" dirty="0"/>
          </a:p>
          <a:p>
            <a:pPr lvl="1"/>
            <a:r>
              <a:rPr lang="nl-NL" dirty="0"/>
              <a:t> app/Http/Controllers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E2CBE4-C32A-61E1-1661-5BF0DCF7E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6" y="2302692"/>
            <a:ext cx="4699674" cy="340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322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0BEF0-5033-9DB6-A1D5-0AF4A58FB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20D3-BA79-02E5-2C8A-2F8D2959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HelloworldController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2A654-2229-3BB7-92DC-BD267E642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Voorbeeld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9595AB-6142-30E7-A318-1989F55570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18" b="6132"/>
          <a:stretch>
            <a:fillRect/>
          </a:stretch>
        </p:blipFill>
        <p:spPr>
          <a:xfrm>
            <a:off x="5267326" y="3157300"/>
            <a:ext cx="4429125" cy="28176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125D7D-0D46-8D1C-7819-10B0DEB77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326" y="1825625"/>
            <a:ext cx="527685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91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ECFB4-111F-E4F5-4268-8FC73FC5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443F-DD95-81EC-CAEA-175D3D12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HelloworldController</a:t>
            </a:r>
            <a:r>
              <a:rPr lang="nl-NL" dirty="0"/>
              <a:t> resultaat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2D2C9-FD97-7BBD-BF02-E17D2088D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/</a:t>
            </a:r>
            <a:r>
              <a:rPr lang="nl-NL" dirty="0" err="1"/>
              <a:t>world</a:t>
            </a:r>
            <a:endParaRPr lang="nl-NL" dirty="0"/>
          </a:p>
          <a:p>
            <a:r>
              <a:rPr lang="nl-NL" dirty="0"/>
              <a:t>/</a:t>
            </a:r>
            <a:r>
              <a:rPr lang="nl-NL" dirty="0" err="1"/>
              <a:t>worldView</a:t>
            </a:r>
            <a:endParaRPr lang="nl-N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905910-F558-58D9-1649-D0D4DBB39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953230"/>
            <a:ext cx="4572000" cy="838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AA2310-7A7E-2A91-B1CF-8588DE5A4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981529"/>
            <a:ext cx="562927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47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595D1-D0C3-B0E1-A267-F302C2A63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1CB2-A7E6-CD9B-6A20-2FCE86BF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Album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CEE23-534B-9DB1-2E74-9F63ED531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met parameters</a:t>
            </a:r>
          </a:p>
          <a:p>
            <a:pPr lvl="1"/>
            <a:r>
              <a:rPr lang="nl-NL" dirty="0"/>
              <a:t>Controller function -&gt; $name</a:t>
            </a:r>
          </a:p>
          <a:p>
            <a:pPr lvl="1"/>
            <a:r>
              <a:rPr lang="nl-NL" dirty="0"/>
              <a:t>Naar de view als </a:t>
            </a:r>
            <a:r>
              <a:rPr lang="nl-NL" dirty="0" err="1"/>
              <a:t>albumName</a:t>
            </a:r>
            <a:endParaRPr lang="nl-NL" dirty="0"/>
          </a:p>
          <a:p>
            <a:pPr lvl="2"/>
            <a:r>
              <a:rPr lang="nl-NL" dirty="0"/>
              <a:t>Met ‘</a:t>
            </a:r>
            <a:r>
              <a:rPr lang="nl-NL" dirty="0" err="1"/>
              <a:t>albumName</a:t>
            </a:r>
            <a:r>
              <a:rPr lang="nl-NL" dirty="0"/>
              <a:t>’ =&gt; $name</a:t>
            </a:r>
          </a:p>
          <a:p>
            <a:pPr lvl="1"/>
            <a:r>
              <a:rPr lang="nl-NL" dirty="0"/>
              <a:t>In </a:t>
            </a:r>
            <a:r>
              <a:rPr lang="nl-NL" dirty="0" err="1"/>
              <a:t>blade</a:t>
            </a:r>
            <a:r>
              <a:rPr lang="nl-NL" dirty="0"/>
              <a:t> als $</a:t>
            </a:r>
            <a:r>
              <a:rPr lang="nl-NL" dirty="0" err="1"/>
              <a:t>albumname</a:t>
            </a:r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CEEFBC-5AC7-08A1-888F-F9AE53DDA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5" y="1615077"/>
            <a:ext cx="5819775" cy="819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EA0DB9-6860-CA0D-F357-48919F3B3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360" y="4087639"/>
            <a:ext cx="4890402" cy="27703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C8C4DF-6D2C-6EC3-EC9E-DAE2F9DDDF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58" t="-229" b="9458"/>
          <a:stretch>
            <a:fillRect/>
          </a:stretch>
        </p:blipFill>
        <p:spPr>
          <a:xfrm>
            <a:off x="7396682" y="3177767"/>
            <a:ext cx="4500808" cy="37481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4AA6B0-EC8D-7A88-1A37-FEB5F320749B}"/>
              </a:ext>
            </a:extLst>
          </p:cNvPr>
          <p:cNvSpPr/>
          <p:nvPr/>
        </p:nvSpPr>
        <p:spPr>
          <a:xfrm>
            <a:off x="8709433" y="154578"/>
            <a:ext cx="2996697" cy="1325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let even niet op:</a:t>
            </a:r>
          </a:p>
          <a:p>
            <a:pPr algn="ctr"/>
            <a:r>
              <a:rPr lang="nl-NL" dirty="0"/>
              <a:t>@section</a:t>
            </a:r>
          </a:p>
          <a:p>
            <a:pPr algn="ctr"/>
            <a:r>
              <a:rPr lang="nl-NL" dirty="0"/>
              <a:t>@extends </a:t>
            </a:r>
            <a:r>
              <a:rPr lang="nl-NL" dirty="0" err="1"/>
              <a:t>etc</a:t>
            </a:r>
            <a:endParaRPr lang="nl-NL" dirty="0"/>
          </a:p>
          <a:p>
            <a:pPr algn="ctr"/>
            <a:r>
              <a:rPr lang="nl-NL" dirty="0"/>
              <a:t>Dat is </a:t>
            </a:r>
            <a:r>
              <a:rPr lang="nl-NL" dirty="0" err="1"/>
              <a:t>layout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1427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05031-A3B3-462B-B28B-74418C5C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634A8-59BB-5CFC-B92F-94DF87B6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Album controller resultaat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A290E-BAE4-192A-81AE-53D908D25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/album/</a:t>
            </a:r>
            <a:r>
              <a:rPr lang="nl-NL" dirty="0" err="1"/>
              <a:t>mario</a:t>
            </a:r>
            <a:endParaRPr lang="nl-NL" dirty="0"/>
          </a:p>
          <a:p>
            <a:r>
              <a:rPr lang="nl-NL" dirty="0"/>
              <a:t>/album/</a:t>
            </a:r>
            <a:r>
              <a:rPr lang="nl-NL" dirty="0" err="1"/>
              <a:t>saint</a:t>
            </a:r>
            <a:r>
              <a:rPr lang="nl-NL" dirty="0"/>
              <a:t> </a:t>
            </a:r>
            <a:r>
              <a:rPr lang="nl-NL" dirty="0" err="1"/>
              <a:t>anger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4E4B9A-5CD5-892F-70D0-22AD3B58A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710" y="3166449"/>
            <a:ext cx="7546723" cy="264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17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2CDA0-07E0-0C7A-C3C8-9B25355FD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Allemaal GET en POST?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B90127-EBF5-7BED-507B-92C187C26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854" y="2153145"/>
            <a:ext cx="11120292" cy="1565213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E90AFB7D-8FF8-7932-BED3-02E6D8373E1D}"/>
              </a:ext>
            </a:extLst>
          </p:cNvPr>
          <p:cNvSpPr/>
          <p:nvPr/>
        </p:nvSpPr>
        <p:spPr>
          <a:xfrm flipV="1">
            <a:off x="2053652" y="3476277"/>
            <a:ext cx="704538" cy="14090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D497-83AA-A774-2A44-793D4C4EA249}"/>
              </a:ext>
            </a:extLst>
          </p:cNvPr>
          <p:cNvSpPr/>
          <p:nvPr/>
        </p:nvSpPr>
        <p:spPr>
          <a:xfrm>
            <a:off x="1394085" y="5021705"/>
            <a:ext cx="3028013" cy="1229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Verander dan dit</a:t>
            </a:r>
          </a:p>
        </p:txBody>
      </p:sp>
    </p:spTree>
    <p:extLst>
      <p:ext uri="{BB962C8B-B14F-4D97-AF65-F5344CB8AC3E}">
        <p14:creationId xmlns:p14="http://schemas.microsoft.com/office/powerpoint/2010/main" val="1933563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F234-F0BE-1B32-045B-1392113F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A692-78E3-882F-D8B1-33931901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39E8-D6B9-2C26-7E9C-B98B2FFA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57472" cy="4380303"/>
          </a:xfrm>
        </p:spPr>
        <p:txBody>
          <a:bodyPr/>
          <a:lstStyle/>
          <a:p>
            <a:r>
              <a:rPr lang="nl-NL" dirty="0"/>
              <a:t>In de les </a:t>
            </a:r>
            <a:r>
              <a:rPr lang="nl-NL"/>
              <a:t>en huiswerk</a:t>
            </a:r>
            <a:endParaRPr lang="nl-NL" dirty="0">
              <a:hlinkClick r:id="rId2"/>
            </a:endParaRPr>
          </a:p>
          <a:p>
            <a:r>
              <a:rPr lang="nl-NL" dirty="0">
                <a:hlinkClick r:id="rId3"/>
              </a:rPr>
              <a:t>https://github.com/progsen/m8prog_laravel/tree/main/week2</a:t>
            </a:r>
            <a:endParaRPr lang="nl-NL" dirty="0"/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893073-A2C0-DBE5-C2CA-4C4ED9C18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948" y="4652830"/>
            <a:ext cx="6221607" cy="168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2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233</Words>
  <Application>Microsoft Office PowerPoint</Application>
  <PresentationFormat>Widescreen</PresentationFormat>
  <Paragraphs>71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Nav en routes</vt:lpstr>
      <vt:lpstr>Deze les</vt:lpstr>
      <vt:lpstr>Routes</vt:lpstr>
      <vt:lpstr>Routes</vt:lpstr>
      <vt:lpstr>Routes waar?</vt:lpstr>
      <vt:lpstr>Routes types</vt:lpstr>
      <vt:lpstr>Routes (html)</vt:lpstr>
      <vt:lpstr>Routes  (html)</vt:lpstr>
      <vt:lpstr>Routes  (view)</vt:lpstr>
      <vt:lpstr>Routes  (parameters)</vt:lpstr>
      <vt:lpstr>Routes  (controller)</vt:lpstr>
      <vt:lpstr>HelloworldController</vt:lpstr>
      <vt:lpstr>HelloworldController resultaat</vt:lpstr>
      <vt:lpstr>Album controller</vt:lpstr>
      <vt:lpstr>Album controller resultaat</vt:lpstr>
      <vt:lpstr>Allemaal GET en POST?</vt:lpstr>
      <vt:lpstr>Deze 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22</cp:revision>
  <dcterms:created xsi:type="dcterms:W3CDTF">2026-01-26T11:26:42Z</dcterms:created>
  <dcterms:modified xsi:type="dcterms:W3CDTF">2026-05-21T07:05:52Z</dcterms:modified>
</cp:coreProperties>
</file>