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6" r:id="rId4"/>
    <p:sldId id="271" r:id="rId5"/>
    <p:sldId id="268" r:id="rId6"/>
    <p:sldId id="270" r:id="rId7"/>
    <p:sldId id="267" r:id="rId8"/>
    <p:sldId id="269" r:id="rId9"/>
    <p:sldId id="289" r:id="rId10"/>
    <p:sldId id="288" r:id="rId1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">
      <pc:chgData name="Dragan Javorac" userId="913c2858-fb97-4c6e-a42c-b1f1a16b225e" providerId="ADAL" clId="{BC00D9DF-F858-4149-8B7B-F211D448CEDA}" dt="2026-04-23T07:03:06.976" v="626" actId="1076"/>
      <pc:docMkLst>
        <pc:docMk/>
      </pc:docMkLst>
      <pc:sldChg chg="addSp delSp modSp add mod">
        <pc:chgData name="Dragan Javorac" userId="913c2858-fb97-4c6e-a42c-b1f1a16b225e" providerId="ADAL" clId="{BC00D9DF-F858-4149-8B7B-F211D448CEDA}" dt="2026-04-20T15:04:46.136" v="551" actId="1076"/>
        <pc:sldMkLst>
          <pc:docMk/>
          <pc:sldMk cId="1569527089" sldId="288"/>
        </pc:sldMkLst>
        <pc:picChg chg="add mod">
          <ac:chgData name="Dragan Javorac" userId="913c2858-fb97-4c6e-a42c-b1f1a16b225e" providerId="ADAL" clId="{BC00D9DF-F858-4149-8B7B-F211D448CEDA}" dt="2026-04-20T15:04:46.136" v="551" actId="1076"/>
          <ac:picMkLst>
            <pc:docMk/>
            <pc:sldMk cId="1569527089" sldId="288"/>
            <ac:picMk id="5" creationId="{83084535-B402-F0FA-B72E-CA604E155F75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03:06.976" v="626" actId="1076"/>
        <pc:sldMkLst>
          <pc:docMk/>
          <pc:sldMk cId="3341946122" sldId="289"/>
        </pc:sldMkLst>
        <pc:spChg chg="mod">
          <ac:chgData name="Dragan Javorac" userId="913c2858-fb97-4c6e-a42c-b1f1a16b225e" providerId="ADAL" clId="{BC00D9DF-F858-4149-8B7B-F211D448CEDA}" dt="2026-04-23T06:55:56.712" v="571" actId="20577"/>
          <ac:spMkLst>
            <pc:docMk/>
            <pc:sldMk cId="3341946122" sldId="289"/>
            <ac:spMk id="2" creationId="{BCDBA1FF-C879-1F99-8A4E-706D1BF8DD35}"/>
          </ac:spMkLst>
        </pc:spChg>
        <pc:spChg chg="mod">
          <ac:chgData name="Dragan Javorac" userId="913c2858-fb97-4c6e-a42c-b1f1a16b225e" providerId="ADAL" clId="{BC00D9DF-F858-4149-8B7B-F211D448CEDA}" dt="2026-04-23T06:56:07.983" v="621" actId="20577"/>
          <ac:spMkLst>
            <pc:docMk/>
            <pc:sldMk cId="3341946122" sldId="289"/>
            <ac:spMk id="3" creationId="{B921DF6A-A8D9-F49C-76C3-CF8FDCCF95F5}"/>
          </ac:spMkLst>
        </pc:spChg>
        <pc:picChg chg="add mod">
          <ac:chgData name="Dragan Javorac" userId="913c2858-fb97-4c6e-a42c-b1f1a16b225e" providerId="ADAL" clId="{BC00D9DF-F858-4149-8B7B-F211D448CEDA}" dt="2026-04-23T07:03:06.976" v="626" actId="1076"/>
          <ac:picMkLst>
            <pc:docMk/>
            <pc:sldMk cId="3341946122" sldId="289"/>
            <ac:picMk id="5" creationId="{7D2F07A6-B430-7C9E-0F23-1C6068E1CC8C}"/>
          </ac:picMkLst>
        </pc:picChg>
        <pc:picChg chg="del">
          <ac:chgData name="Dragan Javorac" userId="913c2858-fb97-4c6e-a42c-b1f1a16b225e" providerId="ADAL" clId="{BC00D9DF-F858-4149-8B7B-F211D448CEDA}" dt="2026-04-23T07:03:03.126" v="622" actId="478"/>
          <ac:picMkLst>
            <pc:docMk/>
            <pc:sldMk cId="3341946122" sldId="289"/>
            <ac:picMk id="13" creationId="{847F228E-3DC6-D0C5-BFC4-F163EEFD3A5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ogsen/m8prog_laravel/tree/main/week2" TargetMode="External"/><Relationship Id="rId2" Type="http://schemas.openxmlformats.org/officeDocument/2006/relationships/hyperlink" Target="https://github.com/progsen/m8prog_laravel/blob/main/WEEK%201%20-%2000%20-%20opdrachten%20planning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Blade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Layouts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Kunnen jullie een eigen view aanmaken</a:t>
            </a:r>
          </a:p>
          <a:p>
            <a:r>
              <a:rPr lang="nl-NL" dirty="0"/>
              <a:t>Jullie view kunnen jullie op de algemene </a:t>
            </a:r>
            <a:r>
              <a:rPr lang="nl-NL" dirty="0" err="1"/>
              <a:t>layout</a:t>
            </a:r>
            <a:r>
              <a:rPr lang="nl-NL" dirty="0"/>
              <a:t> aansluiten</a:t>
            </a:r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D28EF-09D2-EE73-BDC9-479FC641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E4D29-A8C9-383B-C17D-D0359C5C7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Blade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A53F2-22A1-E9B7-6CF7-3816FAEE8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/>
              <a:t>Template engine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60284B-56EE-A79F-C0A6-CBAD8309E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535" y="1127584"/>
            <a:ext cx="4521365" cy="460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003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F5940-275B-5079-D561-06AB82353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B29EC-95D3-2247-BD38-AB608C57A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Blade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8C94D-57B0-537F-7FC5-7F4A350C6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 err="1"/>
              <a:t>NAAAM.blade.php</a:t>
            </a:r>
            <a:endParaRPr lang="nl-NL" dirty="0"/>
          </a:p>
          <a:p>
            <a:r>
              <a:rPr lang="nl-NL" dirty="0"/>
              <a:t>Een template</a:t>
            </a:r>
          </a:p>
          <a:p>
            <a:r>
              <a:rPr lang="nl-NL" dirty="0"/>
              <a:t>Je kan </a:t>
            </a:r>
            <a:r>
              <a:rPr lang="nl-NL" dirty="0" err="1"/>
              <a:t>php</a:t>
            </a:r>
            <a:r>
              <a:rPr lang="nl-NL" dirty="0"/>
              <a:t> gebruiken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4707EA-A133-6A6F-73DC-491AC624A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558" y="3036887"/>
            <a:ext cx="6705600" cy="35528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605109-C25C-ECC9-5982-4E8F736D3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6608" y="749300"/>
            <a:ext cx="211455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935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6FC84-36FA-08FB-BF46-EAEC1A8F4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BDB3D-9D76-1251-F8FD-BCB505A60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@extends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CC559-8D77-CD37-EC55-BE2854AA0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/>
              <a:t>Wijst naar een andere file</a:t>
            </a:r>
          </a:p>
          <a:p>
            <a:r>
              <a:rPr lang="nl-NL" dirty="0"/>
              <a:t>~ Omgekeerd van een </a:t>
            </a:r>
            <a:r>
              <a:rPr lang="nl-NL" dirty="0" err="1"/>
              <a:t>include</a:t>
            </a:r>
            <a:endParaRPr lang="nl-NL" dirty="0"/>
          </a:p>
          <a:p>
            <a:pPr marL="457200" lvl="1" indent="0">
              <a:buNone/>
            </a:pP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ADFCBA-8249-21E5-974F-697EF12CA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66" y="3302629"/>
            <a:ext cx="6705600" cy="35528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15F761-3D09-8809-5090-59CC5466D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383" y="3259767"/>
            <a:ext cx="3454680" cy="35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44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0B99C-CC50-75DC-F3B7-9ACD0AFF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681AF-1CE1-8617-DBA2-A1B940F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@extends </a:t>
            </a:r>
            <a:r>
              <a:rPr lang="nl-NL" dirty="0" err="1"/>
              <a:t>layout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8092F-77B1-8FCD-A927-0E530EFE5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07463" cy="4351338"/>
          </a:xfrm>
        </p:spPr>
        <p:txBody>
          <a:bodyPr/>
          <a:lstStyle/>
          <a:p>
            <a:r>
              <a:rPr lang="nl-NL" dirty="0"/>
              <a:t>Een </a:t>
            </a:r>
            <a:r>
              <a:rPr lang="nl-NL" dirty="0" err="1"/>
              <a:t>layout</a:t>
            </a:r>
            <a:r>
              <a:rPr lang="nl-NL" dirty="0"/>
              <a:t> file</a:t>
            </a:r>
          </a:p>
          <a:p>
            <a:endParaRPr lang="nl-NL" dirty="0"/>
          </a:p>
          <a:p>
            <a:r>
              <a:rPr lang="nl-NL" dirty="0"/>
              <a:t>Jij maakt GATEN</a:t>
            </a:r>
          </a:p>
          <a:p>
            <a:pPr lvl="1"/>
            <a:r>
              <a:rPr lang="nl-NL" dirty="0"/>
              <a:t>Met @yield</a:t>
            </a:r>
          </a:p>
          <a:p>
            <a:pPr lvl="1"/>
            <a:r>
              <a:rPr lang="nl-NL" dirty="0"/>
              <a:t>Die worden later ingevuld</a:t>
            </a:r>
          </a:p>
          <a:p>
            <a:pPr lvl="1"/>
            <a:endParaRPr lang="nl-NL" dirty="0"/>
          </a:p>
          <a:p>
            <a:r>
              <a:rPr lang="nl-NL" dirty="0"/>
              <a:t>Voorbeeld:</a:t>
            </a:r>
          </a:p>
          <a:p>
            <a:pPr lvl="1"/>
            <a:r>
              <a:rPr lang="nl-NL" dirty="0"/>
              <a:t>Je body, html </a:t>
            </a:r>
            <a:r>
              <a:rPr lang="nl-NL" dirty="0" err="1"/>
              <a:t>head</a:t>
            </a:r>
            <a:r>
              <a:rPr lang="nl-NL" dirty="0"/>
              <a:t> </a:t>
            </a:r>
            <a:r>
              <a:rPr lang="nl-NL" dirty="0" err="1"/>
              <a:t>etc</a:t>
            </a:r>
            <a:endParaRPr lang="nl-NL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C65238-DAB2-3966-8FDC-358D037CD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1624013"/>
            <a:ext cx="7191375" cy="45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71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A2826-0B3E-182B-8019-7E35A2E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51D0-8C84-FE9B-3790-029D69B8B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@yield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BB671-4206-8EF3-C205-9BC07112C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785"/>
            <a:ext cx="4731327" cy="4351338"/>
          </a:xfrm>
        </p:spPr>
        <p:txBody>
          <a:bodyPr/>
          <a:lstStyle/>
          <a:p>
            <a:r>
              <a:rPr lang="nl-NL" dirty="0"/>
              <a:t>Zoek naar iets met dezelfde naam</a:t>
            </a:r>
          </a:p>
          <a:p>
            <a:r>
              <a:rPr lang="nl-NL" dirty="0"/>
              <a:t>Vult dat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A8604-AA62-393F-8A7F-C00FE0FE4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1245" y="1224135"/>
            <a:ext cx="5090756" cy="1745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982258-756A-C40B-7E0E-E1014E0DD5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874" y="3550962"/>
            <a:ext cx="5065126" cy="2653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D75DBDC-6C88-03F6-27EC-9B296D915C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72" y="4587136"/>
            <a:ext cx="3609975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599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E6A6D-029B-B1E0-5048-95CB96F9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08B9-E20D-B24C-5D06-52CD1F437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@yield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7A975-7938-9C25-1B6D-C6A4FB3C9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785"/>
            <a:ext cx="9971638" cy="1325563"/>
          </a:xfrm>
        </p:spPr>
        <p:txBody>
          <a:bodyPr/>
          <a:lstStyle/>
          <a:p>
            <a:r>
              <a:rPr lang="nl-NL" dirty="0"/>
              <a:t>2 verschillende keys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9F39978-8DF8-240B-C920-2062C8150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229" y="3679653"/>
            <a:ext cx="7876309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641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6B375-5428-242F-EC4E-94285411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A1FF-C879-1F99-8A4E-706D1BF8D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X-app-</a:t>
            </a:r>
            <a:r>
              <a:rPr lang="nl-NL" dirty="0" err="1"/>
              <a:t>layout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1DF6A-A8D9-F49C-76C3-CF8FDCCF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785"/>
            <a:ext cx="9971638" cy="1325563"/>
          </a:xfrm>
        </p:spPr>
        <p:txBody>
          <a:bodyPr/>
          <a:lstStyle/>
          <a:p>
            <a:r>
              <a:rPr lang="nl-NL" dirty="0"/>
              <a:t>Nieuwere manier</a:t>
            </a:r>
          </a:p>
          <a:p>
            <a:r>
              <a:rPr lang="nl-NL" dirty="0"/>
              <a:t>Component </a:t>
            </a:r>
            <a:r>
              <a:rPr lang="nl-NL" dirty="0" err="1"/>
              <a:t>based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2F07A6-B430-7C9E-0F23-1C6068E1C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456" y="3178348"/>
            <a:ext cx="8532526" cy="3679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946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F234-F0BE-1B32-045B-1392113FB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2A692-78E3-882F-D8B1-33931901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Week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639E8-D6B9-2C26-7E9C-B98B2FFAD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57472" cy="4380303"/>
          </a:xfrm>
        </p:spPr>
        <p:txBody>
          <a:bodyPr/>
          <a:lstStyle/>
          <a:p>
            <a:r>
              <a:rPr lang="nl-NL" dirty="0"/>
              <a:t>In de les en huiswerk</a:t>
            </a:r>
          </a:p>
          <a:p>
            <a:pPr lvl="1"/>
            <a:r>
              <a:rPr lang="nl-NL" dirty="0"/>
              <a:t>(af voor de les volgende week)</a:t>
            </a:r>
            <a:endParaRPr lang="nl-NL" dirty="0">
              <a:hlinkClick r:id="rId2"/>
            </a:endParaRPr>
          </a:p>
          <a:p>
            <a:endParaRPr lang="nl-NL" dirty="0">
              <a:hlinkClick r:id="rId2"/>
            </a:endParaRPr>
          </a:p>
          <a:p>
            <a:r>
              <a:rPr lang="nl-NL" dirty="0">
                <a:hlinkClick r:id="rId3"/>
              </a:rPr>
              <a:t>https://github.com/progsen/m8prog_laravel/tree/main/week2</a:t>
            </a:r>
            <a:endParaRPr lang="nl-NL" dirty="0"/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084535-B402-F0FA-B72E-CA604E155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531" y="4101968"/>
            <a:ext cx="6188597" cy="19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27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123</Words>
  <Application>Microsoft Office PowerPoint</Application>
  <PresentationFormat>Widescreen</PresentationFormat>
  <Paragraphs>36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Blade</vt:lpstr>
      <vt:lpstr>Deze les</vt:lpstr>
      <vt:lpstr>Blade</vt:lpstr>
      <vt:lpstr>Blade</vt:lpstr>
      <vt:lpstr>@extends</vt:lpstr>
      <vt:lpstr>@extends layout</vt:lpstr>
      <vt:lpstr>@yield</vt:lpstr>
      <vt:lpstr>@yield</vt:lpstr>
      <vt:lpstr>X-app-layout</vt:lpstr>
      <vt:lpstr>Week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20</cp:revision>
  <dcterms:created xsi:type="dcterms:W3CDTF">2026-01-26T11:26:42Z</dcterms:created>
  <dcterms:modified xsi:type="dcterms:W3CDTF">2026-04-23T07:03:10Z</dcterms:modified>
</cp:coreProperties>
</file>