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66" r:id="rId4"/>
    <p:sldId id="271" r:id="rId5"/>
    <p:sldId id="268" r:id="rId6"/>
    <p:sldId id="270" r:id="rId7"/>
    <p:sldId id="267" r:id="rId8"/>
    <p:sldId id="269" r:id="rId9"/>
    <p:sldId id="289" r:id="rId10"/>
    <p:sldId id="288" r:id="rId11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78" y="1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ragan Javorac" userId="913c2858-fb97-4c6e-a42c-b1f1a16b225e" providerId="ADAL" clId="{BC00D9DF-F858-4149-8B7B-F211D448CEDA}"/>
    <pc:docChg chg="undo custSel addSld delSld modSld">
      <pc:chgData name="Dragan Javorac" userId="913c2858-fb97-4c6e-a42c-b1f1a16b225e" providerId="ADAL" clId="{BC00D9DF-F858-4149-8B7B-F211D448CEDA}" dt="2026-04-23T07:03:06.976" v="626" actId="1076"/>
      <pc:docMkLst>
        <pc:docMk/>
      </pc:docMkLst>
      <pc:sldChg chg="addSp delSp modSp add mod">
        <pc:chgData name="Dragan Javorac" userId="913c2858-fb97-4c6e-a42c-b1f1a16b225e" providerId="ADAL" clId="{BC00D9DF-F858-4149-8B7B-F211D448CEDA}" dt="2026-04-20T15:04:46.136" v="551" actId="1076"/>
        <pc:sldMkLst>
          <pc:docMk/>
          <pc:sldMk cId="1569527089" sldId="288"/>
        </pc:sldMkLst>
        <pc:picChg chg="add mod">
          <ac:chgData name="Dragan Javorac" userId="913c2858-fb97-4c6e-a42c-b1f1a16b225e" providerId="ADAL" clId="{BC00D9DF-F858-4149-8B7B-F211D448CEDA}" dt="2026-04-20T15:04:46.136" v="551" actId="1076"/>
          <ac:picMkLst>
            <pc:docMk/>
            <pc:sldMk cId="1569527089" sldId="288"/>
            <ac:picMk id="5" creationId="{83084535-B402-F0FA-B72E-CA604E155F75}"/>
          </ac:picMkLst>
        </pc:picChg>
      </pc:sldChg>
      <pc:sldChg chg="addSp delSp modSp add mod">
        <pc:chgData name="Dragan Javorac" userId="913c2858-fb97-4c6e-a42c-b1f1a16b225e" providerId="ADAL" clId="{BC00D9DF-F858-4149-8B7B-F211D448CEDA}" dt="2026-04-23T07:03:06.976" v="626" actId="1076"/>
        <pc:sldMkLst>
          <pc:docMk/>
          <pc:sldMk cId="3341946122" sldId="289"/>
        </pc:sldMkLst>
        <pc:spChg chg="mod">
          <ac:chgData name="Dragan Javorac" userId="913c2858-fb97-4c6e-a42c-b1f1a16b225e" providerId="ADAL" clId="{BC00D9DF-F858-4149-8B7B-F211D448CEDA}" dt="2026-04-23T06:55:56.712" v="571" actId="20577"/>
          <ac:spMkLst>
            <pc:docMk/>
            <pc:sldMk cId="3341946122" sldId="289"/>
            <ac:spMk id="2" creationId="{BCDBA1FF-C879-1F99-8A4E-706D1BF8DD35}"/>
          </ac:spMkLst>
        </pc:spChg>
        <pc:spChg chg="mod">
          <ac:chgData name="Dragan Javorac" userId="913c2858-fb97-4c6e-a42c-b1f1a16b225e" providerId="ADAL" clId="{BC00D9DF-F858-4149-8B7B-F211D448CEDA}" dt="2026-04-23T06:56:07.983" v="621" actId="20577"/>
          <ac:spMkLst>
            <pc:docMk/>
            <pc:sldMk cId="3341946122" sldId="289"/>
            <ac:spMk id="3" creationId="{B921DF6A-A8D9-F49C-76C3-CF8FDCCF95F5}"/>
          </ac:spMkLst>
        </pc:spChg>
        <pc:picChg chg="add mod">
          <ac:chgData name="Dragan Javorac" userId="913c2858-fb97-4c6e-a42c-b1f1a16b225e" providerId="ADAL" clId="{BC00D9DF-F858-4149-8B7B-F211D448CEDA}" dt="2026-04-23T07:03:06.976" v="626" actId="1076"/>
          <ac:picMkLst>
            <pc:docMk/>
            <pc:sldMk cId="3341946122" sldId="289"/>
            <ac:picMk id="5" creationId="{7D2F07A6-B430-7C9E-0F23-1C6068E1CC8C}"/>
          </ac:picMkLst>
        </pc:picChg>
        <pc:picChg chg="del">
          <ac:chgData name="Dragan Javorac" userId="913c2858-fb97-4c6e-a42c-b1f1a16b225e" providerId="ADAL" clId="{BC00D9DF-F858-4149-8B7B-F211D448CEDA}" dt="2026-04-23T07:03:03.126" v="622" actId="478"/>
          <ac:picMkLst>
            <pc:docMk/>
            <pc:sldMk cId="3341946122" sldId="289"/>
            <ac:picMk id="13" creationId="{847F228E-3DC6-D0C5-BFC4-F163EEFD3A55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2D8319-B0C4-68AC-F7FB-643FD32592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27E276-0E73-75E5-9B5A-7ADC936B6A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01F41C-167E-0027-B0A6-4C0A3B6EC1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23-4-2026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3BAA01-6741-0360-F2F4-B53927BBD7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B356F2-E03D-0BA5-D4A9-536DE89069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639526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20204-1784-387E-BF9F-695F74C7C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826295-2F37-A4B5-3175-FC96ACC91B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C1B2CC-B9C5-081C-2A95-4F2A72498C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23-4-2026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8D52CB-F027-3AEF-5F3E-A7C3BF34E0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9A8CFA-13B4-9F98-25D2-F17D657D0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196571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6192E-31E7-6424-69C1-A413739B1D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C3B43C-80EE-648B-7DBC-CD4AB2E299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D2D72C-BE37-8755-2E55-C42777EC81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23-4-2026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C85F52-0334-DC8E-6002-BBEC3952D2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9ECE6B-DF78-8160-BC51-FD343131C0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272161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D4148F-3840-866D-270A-66AFB87B36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39B78-206E-0227-523A-2D064A0BDD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281934-9F46-5E43-77CE-D69848875A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1DE3D5-A960-204C-57A2-D7B16095AF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23-4-2026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658872-104C-5663-3CF2-CB1FB7792A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656C11-0448-3492-DB1F-282027C58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630657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2F94CA-92C8-DB33-6F49-1372970DE2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E7B400-781F-4021-D786-FB4A25DE87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65F8FB-3FE6-C7C1-6417-CF8E5219D7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6AE1B16-FA36-8538-979A-19A9FEE785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FC26F96-D6EA-122D-8B0C-D12428F655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0EA17CF-E598-C148-6C77-72F361DC1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23-4-2026</a:t>
            </a:fld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E3788B-6C3F-C187-499A-DCE92969B4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51EBD4A-A937-B54E-1F88-04E47A24D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268054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456CC5-02BD-6435-B6E2-0BF8CB9499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3313DDE-8947-FEEC-5F79-588CBDC9A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23-4-2026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DC63F6-0FCC-D92B-F94B-12B5A8C8F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42D613-8B93-C1D7-B3AE-F771FA61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663533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8FAE490-DCE1-1BCD-B51F-7956E33AA9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23-4-2026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E6A1146-32C3-FBC2-EFF5-9F50BF89B4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A59564-076E-1D1B-FF98-1045514E5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258362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921678-D44A-5046-5FCC-887FAFD6BF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FADA7A-E154-A9AE-A605-43AA295A56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D7FBAC-7845-F2A0-F288-A9827DBEDD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530C6F-114E-9F38-8690-258743C141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23-4-2026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6EDCBB-423D-BD44-3C1C-83696A578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0D70BC-E4B8-50EC-6FA1-071C35353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984269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AE08F9-28B8-6638-DA8C-10D29577ED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E232315-F438-1ECF-4AE1-240FE96263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D6BF94-CA6C-5602-485A-F83383E26C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03788E-BF4B-7FBE-DD32-1D2D474E89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23-4-2026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F0969B-807C-55C8-E026-54082DCE06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939243-D71F-1BD8-9C66-5F76D610D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9150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BD8280-271B-600C-46C8-A643B944C3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F6E182-817A-EB2C-D245-A955D32627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7A6554-967F-8411-A2AE-082C0AD134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23-4-2026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D08AFC-C5C6-F9CA-7F48-4689E6A0E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C3E352-FDEE-5F9C-53E4-9F5A5DB0C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88540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C7A3BC3-8D89-84D2-B655-7D5CFAAF8F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FBC103-99F0-0E68-E287-9702F9AA20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810B68-EBE0-ED92-5630-2DCA336125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23-4-2026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617EBE-D39D-0CE1-0585-85186E74DC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3FF872-0B41-B243-A277-474C4E2EA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771607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  <a:alpha val="6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8B3E2D-FEE8-6BAC-E7E7-2920CED7CA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60BAC4-E475-DBC1-95B7-79E8C1B257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46F086-8DEA-8E9D-3299-D21663FFB8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36792F-A28E-4983-A7F5-F40ED51D6004}" type="datetimeFigureOut">
              <a:rPr lang="nl-NL" smtClean="0"/>
              <a:t>23-4-2026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C2B3E5-DD03-7942-8934-3FBD9658767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EF6F8-364E-DDD3-7201-6E86C869D5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352692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rogsen/m8prog_laravel/tree/main/week2" TargetMode="External"/><Relationship Id="rId2" Type="http://schemas.openxmlformats.org/officeDocument/2006/relationships/hyperlink" Target="https://github.com/progsen/m8prog_laravel/blob/main/WEEK%201%20-%2000%20-%20opdrachten%20planning.md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E44B35-1FE4-9587-2810-66AD4B1C8B8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Blade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05F77B-6020-B0DD-1FB2-BB27CC2A996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 err="1"/>
              <a:t>Layouts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6751329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F86EF3-069F-B02A-49D5-3E4E8EF02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E942F-69E7-AC59-F94F-AD0688904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Deze 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629818-6211-064B-9795-C8B695EA63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Kunnen jullie een eigen view aanmaken</a:t>
            </a:r>
          </a:p>
          <a:p>
            <a:r>
              <a:rPr lang="nl-NL" dirty="0"/>
              <a:t>Jullie view kunnen jullie op de algemene </a:t>
            </a:r>
            <a:r>
              <a:rPr lang="nl-NL" dirty="0" err="1"/>
              <a:t>layout</a:t>
            </a:r>
            <a:r>
              <a:rPr lang="nl-NL" dirty="0"/>
              <a:t> aansluiten</a:t>
            </a:r>
          </a:p>
          <a:p>
            <a:endParaRPr lang="nl-NL" dirty="0"/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2218712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0D28EF-09D2-EE73-BDC9-479FC64138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AE4D29-A8C9-383B-C17D-D0359C5C73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Blade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AA53F2-22A1-E9B7-6CF7-3816FAEE8B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731327" cy="4351338"/>
          </a:xfrm>
        </p:spPr>
        <p:txBody>
          <a:bodyPr/>
          <a:lstStyle/>
          <a:p>
            <a:r>
              <a:rPr lang="nl-NL" dirty="0"/>
              <a:t>Template engine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360284B-56EE-A79F-C0A6-CBAD8309E1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6535" y="1127584"/>
            <a:ext cx="4521365" cy="4602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20032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F5940-275B-5079-D561-06AB82353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DB29EC-95D3-2247-BD38-AB608C57A0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Blade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A8C94D-57B0-537F-7FC5-7F4A350C62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731327" cy="4351338"/>
          </a:xfrm>
        </p:spPr>
        <p:txBody>
          <a:bodyPr/>
          <a:lstStyle/>
          <a:p>
            <a:r>
              <a:rPr lang="nl-NL" dirty="0" err="1"/>
              <a:t>NAAAM.blade.php</a:t>
            </a:r>
            <a:endParaRPr lang="nl-NL" dirty="0"/>
          </a:p>
          <a:p>
            <a:r>
              <a:rPr lang="nl-NL" dirty="0"/>
              <a:t>Een template</a:t>
            </a:r>
          </a:p>
          <a:p>
            <a:r>
              <a:rPr lang="nl-NL" dirty="0"/>
              <a:t>Je kan </a:t>
            </a:r>
            <a:r>
              <a:rPr lang="nl-NL" dirty="0" err="1"/>
              <a:t>php</a:t>
            </a:r>
            <a:r>
              <a:rPr lang="nl-NL" dirty="0"/>
              <a:t> gebruiken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F4707EA-A133-6A6F-73DC-491AC624A5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5558" y="3036887"/>
            <a:ext cx="6705600" cy="355282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A605109-C25C-ECC9-5982-4E8F736D39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36608" y="749300"/>
            <a:ext cx="2114550" cy="2152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59356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D6FC84-36FA-08FB-BF46-EAEC1A8F4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1BDB3D-9D76-1251-F8FD-BCB505A604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@extends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2CC559-8D77-CD37-EC55-BE2854AA08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731327" cy="4351338"/>
          </a:xfrm>
        </p:spPr>
        <p:txBody>
          <a:bodyPr/>
          <a:lstStyle/>
          <a:p>
            <a:r>
              <a:rPr lang="nl-NL" dirty="0"/>
              <a:t>Wijst naar een andere file</a:t>
            </a:r>
          </a:p>
          <a:p>
            <a:r>
              <a:rPr lang="nl-NL" dirty="0"/>
              <a:t>~ Omgekeerd van een </a:t>
            </a:r>
            <a:r>
              <a:rPr lang="nl-NL" dirty="0" err="1"/>
              <a:t>include</a:t>
            </a:r>
            <a:endParaRPr lang="nl-NL" dirty="0"/>
          </a:p>
          <a:p>
            <a:pPr marL="457200" lvl="1" indent="0">
              <a:buNone/>
            </a:pPr>
            <a:endParaRPr lang="nl-NL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BADFCBA-8249-21E5-974F-697EF12CAA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466" y="3302629"/>
            <a:ext cx="6705600" cy="355282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F15F761-3D09-8809-5090-59CC5466D1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9383" y="3259767"/>
            <a:ext cx="3454680" cy="3595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34408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A0B99C-CC50-75DC-F3B7-9ACD0AFF1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681AF-1CE1-8617-DBA2-A1B940FEE9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@extends </a:t>
            </a:r>
            <a:r>
              <a:rPr lang="nl-NL" dirty="0" err="1"/>
              <a:t>layout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F8092F-77B1-8FCD-A927-0E530EFE5B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507463" cy="4351338"/>
          </a:xfrm>
        </p:spPr>
        <p:txBody>
          <a:bodyPr/>
          <a:lstStyle/>
          <a:p>
            <a:r>
              <a:rPr lang="nl-NL" dirty="0"/>
              <a:t>Een </a:t>
            </a:r>
            <a:r>
              <a:rPr lang="nl-NL" dirty="0" err="1"/>
              <a:t>layout</a:t>
            </a:r>
            <a:r>
              <a:rPr lang="nl-NL" dirty="0"/>
              <a:t> file</a:t>
            </a:r>
          </a:p>
          <a:p>
            <a:endParaRPr lang="nl-NL" dirty="0"/>
          </a:p>
          <a:p>
            <a:r>
              <a:rPr lang="nl-NL" dirty="0"/>
              <a:t>Jij maakt GATEN</a:t>
            </a:r>
          </a:p>
          <a:p>
            <a:pPr lvl="1"/>
            <a:r>
              <a:rPr lang="nl-NL" dirty="0"/>
              <a:t>Met @yield</a:t>
            </a:r>
          </a:p>
          <a:p>
            <a:pPr lvl="1"/>
            <a:r>
              <a:rPr lang="nl-NL" dirty="0"/>
              <a:t>Die worden later ingevuld</a:t>
            </a:r>
          </a:p>
          <a:p>
            <a:pPr lvl="1"/>
            <a:endParaRPr lang="nl-NL" dirty="0"/>
          </a:p>
          <a:p>
            <a:r>
              <a:rPr lang="nl-NL" dirty="0"/>
              <a:t>Voorbeeld:</a:t>
            </a:r>
          </a:p>
          <a:p>
            <a:pPr lvl="1"/>
            <a:r>
              <a:rPr lang="nl-NL" dirty="0"/>
              <a:t>Je body, html </a:t>
            </a:r>
            <a:r>
              <a:rPr lang="nl-NL" dirty="0" err="1"/>
              <a:t>head</a:t>
            </a:r>
            <a:r>
              <a:rPr lang="nl-NL" dirty="0"/>
              <a:t> </a:t>
            </a:r>
            <a:r>
              <a:rPr lang="nl-NL" dirty="0" err="1"/>
              <a:t>etc</a:t>
            </a:r>
            <a:endParaRPr lang="nl-NL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FC65238-DAB2-3966-8FDC-358D037CD4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625" y="1624013"/>
            <a:ext cx="7191375" cy="4552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27176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4A2826-0B3E-182B-8019-7E35A2E9A0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351D0-8C84-FE9B-3790-029D69B8B3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@yield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ABB671-4206-8EF3-C205-9BC07112C4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52785"/>
            <a:ext cx="4731327" cy="4351338"/>
          </a:xfrm>
        </p:spPr>
        <p:txBody>
          <a:bodyPr/>
          <a:lstStyle/>
          <a:p>
            <a:r>
              <a:rPr lang="nl-NL" dirty="0"/>
              <a:t>Zoek naar iets met dezelfde naam</a:t>
            </a:r>
          </a:p>
          <a:p>
            <a:r>
              <a:rPr lang="nl-NL" dirty="0"/>
              <a:t>Vult dat in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23A8604-AA62-393F-8A7F-C00FE0FE4C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1245" y="1224135"/>
            <a:ext cx="5090756" cy="174540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0982258-756A-C40B-7E0E-E1014E0DD5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6874" y="3550962"/>
            <a:ext cx="5065126" cy="265316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D75DBDC-6C88-03F6-27EC-9B296D915C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572" y="4587136"/>
            <a:ext cx="3609975" cy="942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15991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4E6A6D-029B-B1E0-5048-95CB96F9D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BD08B9-E20D-B24C-5D06-52CD1F437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@yield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67A975-7938-9C25-1B6D-C6A4FB3C9B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52785"/>
            <a:ext cx="9971638" cy="1325563"/>
          </a:xfrm>
        </p:spPr>
        <p:txBody>
          <a:bodyPr/>
          <a:lstStyle/>
          <a:p>
            <a:r>
              <a:rPr lang="nl-NL" dirty="0"/>
              <a:t>2 verschillende keys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9F39978-8DF8-240B-C920-2062C8150C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229" y="3679653"/>
            <a:ext cx="7876309" cy="2057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06412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6B375-5428-242F-EC4E-942854110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DBA1FF-C879-1F99-8A4E-706D1BF8DD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X-app-</a:t>
            </a:r>
            <a:r>
              <a:rPr lang="nl-NL" dirty="0" err="1"/>
              <a:t>layout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1DF6A-A8D9-F49C-76C3-CF8FDCCF95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52785"/>
            <a:ext cx="9971638" cy="1325563"/>
          </a:xfrm>
        </p:spPr>
        <p:txBody>
          <a:bodyPr/>
          <a:lstStyle/>
          <a:p>
            <a:r>
              <a:rPr lang="nl-NL" dirty="0"/>
              <a:t>Nieuwere manier</a:t>
            </a:r>
          </a:p>
          <a:p>
            <a:r>
              <a:rPr lang="nl-NL" dirty="0"/>
              <a:t>Component </a:t>
            </a:r>
            <a:r>
              <a:rPr lang="nl-NL" dirty="0" err="1"/>
              <a:t>based</a:t>
            </a:r>
            <a:endParaRPr lang="nl-NL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D2F07A6-B430-7C9E-0F23-1C6068E1CC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1456" y="3178348"/>
            <a:ext cx="8532526" cy="3679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19461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66F234-F0BE-1B32-045B-1392113FB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2A692-78E3-882F-D8B1-33931901F6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Deze 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2639E8-D6B9-2C26-7E9C-B98B2FFAD5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757472" cy="4380303"/>
          </a:xfrm>
        </p:spPr>
        <p:txBody>
          <a:bodyPr/>
          <a:lstStyle/>
          <a:p>
            <a:r>
              <a:rPr lang="nl-NL" dirty="0"/>
              <a:t>In de les </a:t>
            </a:r>
            <a:r>
              <a:rPr lang="nl-NL"/>
              <a:t>en huiswerk</a:t>
            </a:r>
            <a:endParaRPr lang="nl-NL" dirty="0">
              <a:hlinkClick r:id="rId2"/>
            </a:endParaRPr>
          </a:p>
          <a:p>
            <a:r>
              <a:rPr lang="nl-NL" dirty="0">
                <a:hlinkClick r:id="rId3"/>
              </a:rPr>
              <a:t>https://github.com/progsen/m8prog_laravel/tree/main/week2</a:t>
            </a:r>
            <a:endParaRPr lang="nl-NL" dirty="0"/>
          </a:p>
          <a:p>
            <a:endParaRPr lang="nl-NL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CF1F400-9FC5-D586-EC0C-585F73B59B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4855" y="4450601"/>
            <a:ext cx="6272994" cy="1890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95270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</TotalTime>
  <Words>115</Words>
  <Application>Microsoft Office PowerPoint</Application>
  <PresentationFormat>Widescreen</PresentationFormat>
  <Paragraphs>34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Blade</vt:lpstr>
      <vt:lpstr>Deze les</vt:lpstr>
      <vt:lpstr>Blade</vt:lpstr>
      <vt:lpstr>Blade</vt:lpstr>
      <vt:lpstr>@extends</vt:lpstr>
      <vt:lpstr>@extends layout</vt:lpstr>
      <vt:lpstr>@yield</vt:lpstr>
      <vt:lpstr>@yield</vt:lpstr>
      <vt:lpstr>X-app-layout</vt:lpstr>
      <vt:lpstr>Deze les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Dragan Javorac</dc:creator>
  <cp:lastModifiedBy>Dragan Javorac</cp:lastModifiedBy>
  <cp:revision>22</cp:revision>
  <dcterms:created xsi:type="dcterms:W3CDTF">2026-01-26T11:26:42Z</dcterms:created>
  <dcterms:modified xsi:type="dcterms:W3CDTF">2026-04-23T11:40:11Z</dcterms:modified>
</cp:coreProperties>
</file>